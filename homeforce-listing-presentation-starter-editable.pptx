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cd83ee1d22419f" /><Relationship Type="http://schemas.openxmlformats.org/officeDocument/2006/relationships/extended-properties" Target="/docProps/app.xml" Id="Rde98ea4ced1d4aa5" /><Relationship Type="http://schemas.openxmlformats.org/officeDocument/2006/relationships/officeDocument" Target="/ppt/presentation.xml" Id="R6429c44afe8c4c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d20175abdc41d7"/>
  </p:sldMasterIdLst>
  <p:notesMasterIdLst>
    <p:notesMasterId xmlns:r="http://schemas.openxmlformats.org/officeDocument/2006/relationships" r:id="R6891f9d8c36a4b85"/>
  </p:notesMasterIdLst>
  <p:sldIdLst>
    <p:sldId xmlns:r="http://schemas.openxmlformats.org/officeDocument/2006/relationships" id="256" r:id="Rea6521bf76a247be"/>
    <p:sldId xmlns:r="http://schemas.openxmlformats.org/officeDocument/2006/relationships" id="257" r:id="R69ecda94e21c41b7"/>
    <p:sldId xmlns:r="http://schemas.openxmlformats.org/officeDocument/2006/relationships" id="258" r:id="Rcac06eafbf3b46a0"/>
    <p:sldId xmlns:r="http://schemas.openxmlformats.org/officeDocument/2006/relationships" id="259" r:id="R239ba598913e44e1"/>
    <p:sldId xmlns:r="http://schemas.openxmlformats.org/officeDocument/2006/relationships" id="260" r:id="R3372fd55e6ce4c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2aa681fe794622" /><Relationship Type="http://schemas.openxmlformats.org/officeDocument/2006/relationships/slideMaster" Target="/ppt/slideMasters/slideMaster1.xml" Id="R06d20175abdc41d7" /><Relationship Type="http://schemas.openxmlformats.org/officeDocument/2006/relationships/notesMaster" Target="/ppt/notesMasters/notesMaster1.xml" Id="R6891f9d8c36a4b85" /><Relationship Type="http://schemas.openxmlformats.org/officeDocument/2006/relationships/presProps" Target="/ppt/presProps.xml" Id="Re7faae8c9c8f424f" /><Relationship Type="http://schemas.openxmlformats.org/officeDocument/2006/relationships/tableStyles" Target="/ppt/tableStyles.xml" Id="Rf1417e35bb0642be" /><Relationship Type="http://schemas.openxmlformats.org/officeDocument/2006/relationships/slide" Target="/ppt/slides/slide1.xml" Id="Rea6521bf76a247be" /><Relationship Type="http://schemas.openxmlformats.org/officeDocument/2006/relationships/slide" Target="/ppt/slides/slide2.xml" Id="R69ecda94e21c41b7" /><Relationship Type="http://schemas.openxmlformats.org/officeDocument/2006/relationships/slide" Target="/ppt/slides/slide3.xml" Id="Rcac06eafbf3b46a0" /><Relationship Type="http://schemas.openxmlformats.org/officeDocument/2006/relationships/slide" Target="/ppt/slides/slide4.xml" Id="R239ba598913e44e1" /><Relationship Type="http://schemas.openxmlformats.org/officeDocument/2006/relationships/slide" Target="/ppt/slides/slide5.xml" Id="R3372fd55e6ce4c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7fbd798f7248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7e3b29f0264106" /><Relationship Type="http://schemas.openxmlformats.org/officeDocument/2006/relationships/notesMaster" Target="/ppt/notesMasters/notesMaster1.xml" Id="R4dfc218c031c4d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d2b74bb8714293" /><Relationship Type="http://schemas.openxmlformats.org/officeDocument/2006/relationships/notesMaster" Target="/ppt/notesMasters/notesMaster1.xml" Id="R4622e25c28644b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1bd21df2754c22" /><Relationship Type="http://schemas.openxmlformats.org/officeDocument/2006/relationships/notesMaster" Target="/ppt/notesMasters/notesMaster1.xml" Id="R7231594def924f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64f56c14144e6a" /><Relationship Type="http://schemas.openxmlformats.org/officeDocument/2006/relationships/notesMaster" Target="/ppt/notesMasters/notesMaster1.xml" Id="R866fd837b33346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dfcbd37d214dc4" /><Relationship Type="http://schemas.openxmlformats.org/officeDocument/2006/relationships/notesMaster" Target="/ppt/notesMasters/notesMaster1.xml" Id="R29c74217735444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f9085e9bce4c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61d5895ba241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491755f3b42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64d2284cf45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d687704654b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bcfd6e4114a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705BF2-BDFE-4F60-A517-493C8B85EE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8FDD0C2-D8DC-4FB8-A335-E1ED4C63D4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991817-D170-4C09-8B97-A07BAE566A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D95341-ED0F-4C35-BAC6-C1FF60D7CB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517F07-3B05-4110-9DCD-03CBCC2385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1BDFC4-214F-42FF-A65E-7661F67964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4CDD0A-8BD2-41BD-9872-32205A901B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98DA0D6-8A86-48AB-9A01-D4F3A2E604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D32588-4AE7-435D-BAE2-574F3C264C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AA9B45-027A-4A50-BCA5-8855129DF6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adefc57621498f" /><Relationship Type="http://schemas.openxmlformats.org/officeDocument/2006/relationships/slideLayout" Target="/ppt/slideLayouts/slideLayout1.xml" Id="R6efba9a73abb40e5" /><Relationship Type="http://schemas.openxmlformats.org/officeDocument/2006/relationships/slideLayout" Target="/ppt/slideLayouts/slideLayout2.xml" Id="R35c43b2d64d647b2" /><Relationship Type="http://schemas.openxmlformats.org/officeDocument/2006/relationships/slideLayout" Target="/ppt/slideLayouts/slideLayout3.xml" Id="Ra299ea90f7bc415c" /><Relationship Type="http://schemas.openxmlformats.org/officeDocument/2006/relationships/slideLayout" Target="/ppt/slideLayouts/slideLayout4.xml" Id="R4c2b27aee89848f4" /><Relationship Type="http://schemas.openxmlformats.org/officeDocument/2006/relationships/slideLayout" Target="/ppt/slideLayouts/slideLayout5.xml" Id="R67baa8cd691d4cc3" /><Relationship Type="http://schemas.openxmlformats.org/officeDocument/2006/relationships/slideLayout" Target="/ppt/slideLayouts/slideLayout6.xml" Id="R52ef275bd42746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fba9a73abb40e5"/>
    <p:sldLayoutId xmlns:r="http://schemas.openxmlformats.org/officeDocument/2006/relationships" id="2147483650" r:id="R35c43b2d64d647b2"/>
    <p:sldLayoutId xmlns:r="http://schemas.openxmlformats.org/officeDocument/2006/relationships" id="2147483651" r:id="Ra299ea90f7bc415c"/>
    <p:sldLayoutId xmlns:r="http://schemas.openxmlformats.org/officeDocument/2006/relationships" id="2147483652" r:id="R4c2b27aee89848f4"/>
    <p:sldLayoutId xmlns:r="http://schemas.openxmlformats.org/officeDocument/2006/relationships" id="2147483653" r:id="R67baa8cd691d4cc3"/>
    <p:sldLayoutId xmlns:r="http://schemas.openxmlformats.org/officeDocument/2006/relationships" id="2147483654" r:id="R52ef275bd42746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7f4ee5255e4937" /><Relationship Type="http://schemas.openxmlformats.org/officeDocument/2006/relationships/image" Target="/ppt/media/image.jpeg" Id="R7fe9437a26194666" /><Relationship Type="http://schemas.openxmlformats.org/officeDocument/2006/relationships/image" Target="/ppt/media/image.png" Id="R140dc41a60274ce9" /><Relationship Type="http://schemas.openxmlformats.org/officeDocument/2006/relationships/notesSlide" Target="/ppt/notesSlides/notesSlide1.xml" Id="Rd57456cc573a4e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c911863f424019" /><Relationship Type="http://schemas.openxmlformats.org/officeDocument/2006/relationships/image" Target="/ppt/media/image2.jpeg" Id="R636173cd9f334a7d" /><Relationship Type="http://schemas.openxmlformats.org/officeDocument/2006/relationships/notesSlide" Target="/ppt/notesSlides/notesSlide2.xml" Id="Rc230d72c4b5040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a0d4def1b347ae" /><Relationship Type="http://schemas.openxmlformats.org/officeDocument/2006/relationships/image" Target="/ppt/media/image3.jpeg" Id="R415c45904eb14b19" /><Relationship Type="http://schemas.openxmlformats.org/officeDocument/2006/relationships/notesSlide" Target="/ppt/notesSlides/notesSlide3.xml" Id="R54caca682dbd4e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f787831ed4a0d" /><Relationship Type="http://schemas.openxmlformats.org/officeDocument/2006/relationships/notesSlide" Target="/ppt/notesSlides/notesSlide4.xml" Id="R77c3b12a4e4b48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304059d01549da" /><Relationship Type="http://schemas.openxmlformats.org/officeDocument/2006/relationships/notesSlide" Target="/ppt/notesSlides/notesSlide5.xml" Id="R4e49ff29cb9e48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2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AC773-6DFE-4890-88F7-1133DE92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4EC0CA"/>
                </a:solidFill>
              </a:defRPr>
            </a:defPPr>
            <a:lvl1pPr>
              <a:defRPr sz="975" b="1">
                <a:solidFill>
                  <a:srgbClr val="4EC0CA"/>
                </a:solidFill>
              </a:defRPr>
            </a:lvl1pPr>
            <a:lvl2pPr>
              <a:defRPr sz="975" b="1">
                <a:solidFill>
                  <a:srgbClr val="4EC0CA"/>
                </a:solidFill>
              </a:defRPr>
            </a:lvl2pPr>
            <a:lvl3pPr>
              <a:defRPr sz="975" b="1">
                <a:solidFill>
                  <a:srgbClr val="4EC0CA"/>
                </a:solidFill>
              </a:defRPr>
            </a:lvl3pPr>
            <a:lvl4pPr>
              <a:defRPr sz="975" b="1">
                <a:solidFill>
                  <a:srgbClr val="4EC0CA"/>
                </a:solidFill>
              </a:defRPr>
            </a:lvl4pPr>
            <a:lvl5pPr>
              <a:defRPr sz="975" b="1">
                <a:solidFill>
                  <a:srgbClr val="4EC0CA"/>
                </a:solidFill>
              </a:defRPr>
            </a:lvl5pPr>
            <a:lvl6pPr>
              <a:defRPr sz="975" b="1">
                <a:solidFill>
                  <a:srgbClr val="4EC0CA"/>
                </a:solidFill>
              </a:defRPr>
            </a:lvl6pPr>
            <a:lvl7pPr>
              <a:defRPr sz="975" b="1">
                <a:solidFill>
                  <a:srgbClr val="4EC0CA"/>
                </a:solidFill>
              </a:defRPr>
            </a:lvl7pPr>
            <a:lvl8pPr>
              <a:defRPr sz="975" b="1">
                <a:solidFill>
                  <a:srgbClr val="4EC0CA"/>
                </a:solidFill>
              </a:defRPr>
            </a:lvl8pPr>
            <a:lvl9pPr>
              <a:defRPr sz="975" b="1">
                <a:solidFill>
                  <a:srgbClr val="4EC0CA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4EC0CA"/>
                </a:solidFill>
              </a:defRPr>
            </a:pPr>
            <a:r>
              <a:rPr sz="975" b="1">
                <a:solidFill>
                  <a:srgbClr val="4EC0CA"/>
                </a:solidFill>
              </a:rPr>
              <a:t>SELLER CONVERSATION STARTER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F02A074-1289-4A7F-997A-1036C99F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125" b="1">
                <a:solidFill>
                  <a:srgbClr val="FFFFFF"/>
                </a:solidFill>
              </a:defRPr>
            </a:defPPr>
            <a:lvl1pPr>
              <a:defRPr sz="4125" b="1">
                <a:solidFill>
                  <a:srgbClr val="FFFFFF"/>
                </a:solidFill>
              </a:defRPr>
            </a:lvl1pPr>
            <a:lvl2pPr>
              <a:defRPr sz="4125" b="1">
                <a:solidFill>
                  <a:srgbClr val="FFFFFF"/>
                </a:solidFill>
              </a:defRPr>
            </a:lvl2pPr>
            <a:lvl3pPr>
              <a:defRPr sz="4125" b="1">
                <a:solidFill>
                  <a:srgbClr val="FFFFFF"/>
                </a:solidFill>
              </a:defRPr>
            </a:lvl3pPr>
            <a:lvl4pPr>
              <a:defRPr sz="4125" b="1">
                <a:solidFill>
                  <a:srgbClr val="FFFFFF"/>
                </a:solidFill>
              </a:defRPr>
            </a:lvl4pPr>
            <a:lvl5pPr>
              <a:defRPr sz="4125" b="1">
                <a:solidFill>
                  <a:srgbClr val="FFFFFF"/>
                </a:solidFill>
              </a:defRPr>
            </a:lvl5pPr>
            <a:lvl6pPr>
              <a:defRPr sz="4125" b="1">
                <a:solidFill>
                  <a:srgbClr val="FFFFFF"/>
                </a:solidFill>
              </a:defRPr>
            </a:lvl6pPr>
            <a:lvl7pPr>
              <a:defRPr sz="4125" b="1">
                <a:solidFill>
                  <a:srgbClr val="FFFFFF"/>
                </a:solidFill>
              </a:defRPr>
            </a:lvl7pPr>
            <a:lvl8pPr>
              <a:defRPr sz="4125" b="1">
                <a:solidFill>
                  <a:srgbClr val="FFFFFF"/>
                </a:solidFill>
              </a:defRPr>
            </a:lvl8pPr>
            <a:lvl9pPr>
              <a:defRPr sz="4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A clear plan to</a:t>
            </a:r>
          </a:p>
          <a:p xmlns:a="http://schemas.openxmlformats.org/drawingml/2006/main">
            <a:pPr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sell your home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55CBA-8DBA-4DD4-987E-809432BD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46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DDE7F2"/>
                </a:solidFill>
              </a:defRPr>
            </a:defPPr>
            <a:lvl1pPr>
              <a:defRPr sz="1650" b="0">
                <a:solidFill>
                  <a:srgbClr val="DDE7F2"/>
                </a:solidFill>
              </a:defRPr>
            </a:lvl1pPr>
            <a:lvl2pPr>
              <a:defRPr sz="1650" b="0">
                <a:solidFill>
                  <a:srgbClr val="DDE7F2"/>
                </a:solidFill>
              </a:defRPr>
            </a:lvl2pPr>
            <a:lvl3pPr>
              <a:defRPr sz="1650" b="0">
                <a:solidFill>
                  <a:srgbClr val="DDE7F2"/>
                </a:solidFill>
              </a:defRPr>
            </a:lvl3pPr>
            <a:lvl4pPr>
              <a:defRPr sz="1650" b="0">
                <a:solidFill>
                  <a:srgbClr val="DDE7F2"/>
                </a:solidFill>
              </a:defRPr>
            </a:lvl4pPr>
            <a:lvl5pPr>
              <a:defRPr sz="1650" b="0">
                <a:solidFill>
                  <a:srgbClr val="DDE7F2"/>
                </a:solidFill>
              </a:defRPr>
            </a:lvl5pPr>
            <a:lvl6pPr>
              <a:defRPr sz="1650" b="0">
                <a:solidFill>
                  <a:srgbClr val="DDE7F2"/>
                </a:solidFill>
              </a:defRPr>
            </a:lvl6pPr>
            <a:lvl7pPr>
              <a:defRPr sz="1650" b="0">
                <a:solidFill>
                  <a:srgbClr val="DDE7F2"/>
                </a:solidFill>
              </a:defRPr>
            </a:lvl7pPr>
            <a:lvl8pPr>
              <a:defRPr sz="1650" b="0">
                <a:solidFill>
                  <a:srgbClr val="DDE7F2"/>
                </a:solidFill>
              </a:defRPr>
            </a:lvl8pPr>
            <a:lvl9pPr>
              <a:defRPr sz="1650" b="0">
                <a:solidFill>
                  <a:srgbClr val="DDE7F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DE7F2"/>
                </a:solidFill>
              </a:defRPr>
            </a:pPr>
            <a:r>
              <a:rPr sz="1650" b="0">
                <a:solidFill>
                  <a:srgbClr val="DDE7F2"/>
                </a:solidFill>
              </a:rPr>
              <a:t>Prepared for [Client name]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ADAFD-BCE7-4126-A263-4E0DC617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4EC0CA"/>
                </a:solidFill>
              </a:defRPr>
            </a:defPPr>
            <a:lvl1pPr>
              <a:defRPr sz="1500" b="1">
                <a:solidFill>
                  <a:srgbClr val="4EC0CA"/>
                </a:solidFill>
              </a:defRPr>
            </a:lvl1pPr>
            <a:lvl2pPr>
              <a:defRPr sz="1500" b="1">
                <a:solidFill>
                  <a:srgbClr val="4EC0CA"/>
                </a:solidFill>
              </a:defRPr>
            </a:lvl2pPr>
            <a:lvl3pPr>
              <a:defRPr sz="1500" b="1">
                <a:solidFill>
                  <a:srgbClr val="4EC0CA"/>
                </a:solidFill>
              </a:defRPr>
            </a:lvl3pPr>
            <a:lvl4pPr>
              <a:defRPr sz="1500" b="1">
                <a:solidFill>
                  <a:srgbClr val="4EC0CA"/>
                </a:solidFill>
              </a:defRPr>
            </a:lvl4pPr>
            <a:lvl5pPr>
              <a:defRPr sz="1500" b="1">
                <a:solidFill>
                  <a:srgbClr val="4EC0CA"/>
                </a:solidFill>
              </a:defRPr>
            </a:lvl5pPr>
            <a:lvl6pPr>
              <a:defRPr sz="1500" b="1">
                <a:solidFill>
                  <a:srgbClr val="4EC0CA"/>
                </a:solidFill>
              </a:defRPr>
            </a:lvl6pPr>
            <a:lvl7pPr>
              <a:defRPr sz="1500" b="1">
                <a:solidFill>
                  <a:srgbClr val="4EC0CA"/>
                </a:solidFill>
              </a:defRPr>
            </a:lvl7pPr>
            <a:lvl8pPr>
              <a:defRPr sz="1500" b="1">
                <a:solidFill>
                  <a:srgbClr val="4EC0CA"/>
                </a:solidFill>
              </a:defRPr>
            </a:lvl8pPr>
            <a:lvl9pPr>
              <a:defRPr sz="1500" b="1">
                <a:solidFill>
                  <a:srgbClr val="4EC0C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EC0CA"/>
                </a:solidFill>
              </a:defRPr>
            </a:pPr>
            <a:r>
              <a:rPr sz="1500" b="1">
                <a:solidFill>
                  <a:srgbClr val="4EC0CA"/>
                </a:solidFill>
              </a:rPr>
              <a:t>[Property address]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33BAC-7552-4713-A06B-8BA6B419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4524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DDE7F2"/>
                </a:solidFill>
              </a:defRPr>
            </a:defPPr>
            <a:lvl1pPr>
              <a:defRPr sz="1425" b="0">
                <a:solidFill>
                  <a:srgbClr val="DDE7F2"/>
                </a:solidFill>
              </a:defRPr>
            </a:lvl1pPr>
            <a:lvl2pPr>
              <a:defRPr sz="1425" b="0">
                <a:solidFill>
                  <a:srgbClr val="DDE7F2"/>
                </a:solidFill>
              </a:defRPr>
            </a:lvl2pPr>
            <a:lvl3pPr>
              <a:defRPr sz="1425" b="0">
                <a:solidFill>
                  <a:srgbClr val="DDE7F2"/>
                </a:solidFill>
              </a:defRPr>
            </a:lvl3pPr>
            <a:lvl4pPr>
              <a:defRPr sz="1425" b="0">
                <a:solidFill>
                  <a:srgbClr val="DDE7F2"/>
                </a:solidFill>
              </a:defRPr>
            </a:lvl4pPr>
            <a:lvl5pPr>
              <a:defRPr sz="1425" b="0">
                <a:solidFill>
                  <a:srgbClr val="DDE7F2"/>
                </a:solidFill>
              </a:defRPr>
            </a:lvl5pPr>
            <a:lvl6pPr>
              <a:defRPr sz="1425" b="0">
                <a:solidFill>
                  <a:srgbClr val="DDE7F2"/>
                </a:solidFill>
              </a:defRPr>
            </a:lvl6pPr>
            <a:lvl7pPr>
              <a:defRPr sz="1425" b="0">
                <a:solidFill>
                  <a:srgbClr val="DDE7F2"/>
                </a:solidFill>
              </a:defRPr>
            </a:lvl7pPr>
            <a:lvl8pPr>
              <a:defRPr sz="1425" b="0">
                <a:solidFill>
                  <a:srgbClr val="DDE7F2"/>
                </a:solidFill>
              </a:defRPr>
            </a:lvl8pPr>
            <a:lvl9pPr>
              <a:defRPr sz="1425" b="0">
                <a:solidFill>
                  <a:srgbClr val="DDE7F2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DE7F2"/>
                </a:solidFill>
              </a:defRPr>
            </a:pPr>
            <a:r>
              <a:rPr sz="1425" b="0">
                <a:solidFill>
                  <a:srgbClr val="DDE7F2"/>
                </a:solidFill>
              </a:rPr>
              <a:t>Practical guidance. Clear communication. A plan built around your priorities.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A8C78-26EA-44B5-A647-BA4A26ECC6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9437a26194666"/>
          <a:srcRect xmlns:a="http://schemas.openxmlformats.org/drawingml/2006/main" l="10417" t="0" r="104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952500"/>
            <a:ext cx="5429250" cy="45720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DB725-287D-48FC-979B-0BB4042A69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dc41a60274ce9"/>
          <a:stretch xmlns:a="http://schemas.openxmlformats.org/drawingml/2006/main"/>
        </p:blipFill>
        <p:spPr>
          <a:xfrm xmlns:a="http://schemas.openxmlformats.org/drawingml/2006/main">
            <a:off x="1247775" y="5543550"/>
            <a:ext cx="1771650" cy="5905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524A0-253A-46EB-A8A3-49B92F93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0">
                <a:solidFill>
                  <a:srgbClr val="B9C9DA"/>
                </a:solidFill>
              </a:defRPr>
            </a:defPPr>
            <a:lvl1pPr>
              <a:defRPr sz="750" b="0">
                <a:solidFill>
                  <a:srgbClr val="B9C9DA"/>
                </a:solidFill>
              </a:defRPr>
            </a:lvl1pPr>
            <a:lvl2pPr>
              <a:defRPr sz="750" b="0">
                <a:solidFill>
                  <a:srgbClr val="B9C9DA"/>
                </a:solidFill>
              </a:defRPr>
            </a:lvl2pPr>
            <a:lvl3pPr>
              <a:defRPr sz="750" b="0">
                <a:solidFill>
                  <a:srgbClr val="B9C9DA"/>
                </a:solidFill>
              </a:defRPr>
            </a:lvl3pPr>
            <a:lvl4pPr>
              <a:defRPr sz="750" b="0">
                <a:solidFill>
                  <a:srgbClr val="B9C9DA"/>
                </a:solidFill>
              </a:defRPr>
            </a:lvl4pPr>
            <a:lvl5pPr>
              <a:defRPr sz="750" b="0">
                <a:solidFill>
                  <a:srgbClr val="B9C9DA"/>
                </a:solidFill>
              </a:defRPr>
            </a:lvl5pPr>
            <a:lvl6pPr>
              <a:defRPr sz="750" b="0">
                <a:solidFill>
                  <a:srgbClr val="B9C9DA"/>
                </a:solidFill>
              </a:defRPr>
            </a:lvl6pPr>
            <a:lvl7pPr>
              <a:defRPr sz="750" b="0">
                <a:solidFill>
                  <a:srgbClr val="B9C9DA"/>
                </a:solidFill>
              </a:defRPr>
            </a:lvl7pPr>
            <a:lvl8pPr>
              <a:defRPr sz="750" b="0">
                <a:solidFill>
                  <a:srgbClr val="B9C9DA"/>
                </a:solidFill>
              </a:defRPr>
            </a:lvl8pPr>
            <a:lvl9pPr>
              <a:defRPr sz="750" b="0">
                <a:solidFill>
                  <a:srgbClr val="B9C9DA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B9C9DA"/>
                </a:solidFill>
              </a:defRPr>
            </a:pPr>
            <a:r>
              <a:rPr sz="750" b="0">
                <a:solidFill>
                  <a:srgbClr val="B9C9DA"/>
                </a:solidFill>
              </a:rPr>
              <a:t>HOMEFORCE  /  LISTING PRESENTATION  /  01</a:t>
            </a:r>
          </a:p>
        </p:txBody>
      </p:sp>
    </p:spTree>
    <p:extLst>
      <p:ext uri="{BB962C8B-B14F-4D97-AF65-F5344CB8AC3E}">
        <p14:creationId xmlns:p14="http://schemas.microsoft.com/office/powerpoint/2010/main" val="2717330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5B6DAC-6434-41C6-BB01-58F31AAE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3157C4"/>
                </a:solidFill>
              </a:defRPr>
            </a:defPPr>
            <a:lvl1pPr>
              <a:defRPr sz="975" b="1">
                <a:solidFill>
                  <a:srgbClr val="3157C4"/>
                </a:solidFill>
              </a:defRPr>
            </a:lvl1pPr>
            <a:lvl2pPr>
              <a:defRPr sz="975" b="1">
                <a:solidFill>
                  <a:srgbClr val="3157C4"/>
                </a:solidFill>
              </a:defRPr>
            </a:lvl2pPr>
            <a:lvl3pPr>
              <a:defRPr sz="975" b="1">
                <a:solidFill>
                  <a:srgbClr val="3157C4"/>
                </a:solidFill>
              </a:defRPr>
            </a:lvl3pPr>
            <a:lvl4pPr>
              <a:defRPr sz="975" b="1">
                <a:solidFill>
                  <a:srgbClr val="3157C4"/>
                </a:solidFill>
              </a:defRPr>
            </a:lvl4pPr>
            <a:lvl5pPr>
              <a:defRPr sz="975" b="1">
                <a:solidFill>
                  <a:srgbClr val="3157C4"/>
                </a:solidFill>
              </a:defRPr>
            </a:lvl5pPr>
            <a:lvl6pPr>
              <a:defRPr sz="975" b="1">
                <a:solidFill>
                  <a:srgbClr val="3157C4"/>
                </a:solidFill>
              </a:defRPr>
            </a:lvl6pPr>
            <a:lvl7pPr>
              <a:defRPr sz="975" b="1">
                <a:solidFill>
                  <a:srgbClr val="3157C4"/>
                </a:solidFill>
              </a:defRPr>
            </a:lvl7pPr>
            <a:lvl8pPr>
              <a:defRPr sz="975" b="1">
                <a:solidFill>
                  <a:srgbClr val="3157C4"/>
                </a:solidFill>
              </a:defRPr>
            </a:lvl8pPr>
            <a:lvl9pPr>
              <a:defRPr sz="975" b="1">
                <a:solidFill>
                  <a:srgbClr val="3157C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3157C4"/>
                </a:solidFill>
              </a:defRPr>
            </a:pPr>
            <a:r>
              <a:rPr sz="975" b="1">
                <a:solidFill>
                  <a:srgbClr val="3157C4"/>
                </a:solidFill>
              </a:rPr>
              <a:t>01 / THE PROPERTY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84ADC-9B56-4BB9-BA01-4F03425B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0C2038"/>
                </a:solidFill>
              </a:defRPr>
            </a:defPPr>
            <a:lvl1pPr>
              <a:defRPr sz="2925" b="1">
                <a:solidFill>
                  <a:srgbClr val="0C2038"/>
                </a:solidFill>
              </a:defRPr>
            </a:lvl1pPr>
            <a:lvl2pPr>
              <a:defRPr sz="2925" b="1">
                <a:solidFill>
                  <a:srgbClr val="0C2038"/>
                </a:solidFill>
              </a:defRPr>
            </a:lvl2pPr>
            <a:lvl3pPr>
              <a:defRPr sz="2925" b="1">
                <a:solidFill>
                  <a:srgbClr val="0C2038"/>
                </a:solidFill>
              </a:defRPr>
            </a:lvl3pPr>
            <a:lvl4pPr>
              <a:defRPr sz="2925" b="1">
                <a:solidFill>
                  <a:srgbClr val="0C2038"/>
                </a:solidFill>
              </a:defRPr>
            </a:lvl4pPr>
            <a:lvl5pPr>
              <a:defRPr sz="2925" b="1">
                <a:solidFill>
                  <a:srgbClr val="0C2038"/>
                </a:solidFill>
              </a:defRPr>
            </a:lvl5pPr>
            <a:lvl6pPr>
              <a:defRPr sz="2925" b="1">
                <a:solidFill>
                  <a:srgbClr val="0C2038"/>
                </a:solidFill>
              </a:defRPr>
            </a:lvl6pPr>
            <a:lvl7pPr>
              <a:defRPr sz="2925" b="1">
                <a:solidFill>
                  <a:srgbClr val="0C2038"/>
                </a:solidFill>
              </a:defRPr>
            </a:lvl7pPr>
            <a:lvl8pPr>
              <a:defRPr sz="2925" b="1">
                <a:solidFill>
                  <a:srgbClr val="0C2038"/>
                </a:solidFill>
              </a:defRPr>
            </a:lvl8pPr>
            <a:lvl9pPr>
              <a:defRPr sz="2925" b="1">
                <a:solidFill>
                  <a:srgbClr val="0C2038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0C2038"/>
                </a:solidFill>
              </a:defRPr>
            </a:pPr>
            <a:r>
              <a:rPr sz="2925" b="1">
                <a:solidFill>
                  <a:srgbClr val="0C2038"/>
                </a:solidFill>
              </a:rPr>
              <a:t>Understand the home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B1DE5-7CFC-4738-B17E-E458161B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58B"/>
                </a:solidFill>
              </a:defRPr>
            </a:defPPr>
            <a:lvl1pPr>
              <a:defRPr sz="1350" b="0">
                <a:solidFill>
                  <a:srgbClr val="65758B"/>
                </a:solidFill>
              </a:defRPr>
            </a:lvl1pPr>
            <a:lvl2pPr>
              <a:defRPr sz="1350" b="0">
                <a:solidFill>
                  <a:srgbClr val="65758B"/>
                </a:solidFill>
              </a:defRPr>
            </a:lvl2pPr>
            <a:lvl3pPr>
              <a:defRPr sz="1350" b="0">
                <a:solidFill>
                  <a:srgbClr val="65758B"/>
                </a:solidFill>
              </a:defRPr>
            </a:lvl3pPr>
            <a:lvl4pPr>
              <a:defRPr sz="1350" b="0">
                <a:solidFill>
                  <a:srgbClr val="65758B"/>
                </a:solidFill>
              </a:defRPr>
            </a:lvl4pPr>
            <a:lvl5pPr>
              <a:defRPr sz="1350" b="0">
                <a:solidFill>
                  <a:srgbClr val="65758B"/>
                </a:solidFill>
              </a:defRPr>
            </a:lvl5pPr>
            <a:lvl6pPr>
              <a:defRPr sz="1350" b="0">
                <a:solidFill>
                  <a:srgbClr val="65758B"/>
                </a:solidFill>
              </a:defRPr>
            </a:lvl6pPr>
            <a:lvl7pPr>
              <a:defRPr sz="1350" b="0">
                <a:solidFill>
                  <a:srgbClr val="65758B"/>
                </a:solidFill>
              </a:defRPr>
            </a:lvl7pPr>
            <a:lvl8pPr>
              <a:defRPr sz="1350" b="0">
                <a:solidFill>
                  <a:srgbClr val="65758B"/>
                </a:solidFill>
              </a:defRPr>
            </a:lvl8pPr>
            <a:lvl9pPr>
              <a:defRPr sz="1350" b="0">
                <a:solidFill>
                  <a:srgbClr val="65758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8B"/>
                </a:solidFill>
              </a:defRPr>
            </a:pPr>
            <a:r>
              <a:rPr sz="1350" b="0">
                <a:solidFill>
                  <a:srgbClr val="65758B"/>
                </a:solidFill>
              </a:rPr>
              <a:t>Start with the features that matter to your next move.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67137-794A-454F-A8F4-6D15A251AC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173cd9f334a7d"/>
          <a:srcRect xmlns:a="http://schemas.openxmlformats.org/drawingml/2006/main" l="0" t="1518" r="0" b="15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52650"/>
            <a:ext cx="5334000" cy="3448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8E33A-0D8C-41B6-BD71-E1A681DA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860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3157C4"/>
                </a:solidFill>
              </a:defRPr>
            </a:defPPr>
            <a:lvl1pPr>
              <a:defRPr sz="975" b="1">
                <a:solidFill>
                  <a:srgbClr val="3157C4"/>
                </a:solidFill>
              </a:defRPr>
            </a:lvl1pPr>
            <a:lvl2pPr>
              <a:defRPr sz="975" b="1">
                <a:solidFill>
                  <a:srgbClr val="3157C4"/>
                </a:solidFill>
              </a:defRPr>
            </a:lvl2pPr>
            <a:lvl3pPr>
              <a:defRPr sz="975" b="1">
                <a:solidFill>
                  <a:srgbClr val="3157C4"/>
                </a:solidFill>
              </a:defRPr>
            </a:lvl3pPr>
            <a:lvl4pPr>
              <a:defRPr sz="975" b="1">
                <a:solidFill>
                  <a:srgbClr val="3157C4"/>
                </a:solidFill>
              </a:defRPr>
            </a:lvl4pPr>
            <a:lvl5pPr>
              <a:defRPr sz="975" b="1">
                <a:solidFill>
                  <a:srgbClr val="3157C4"/>
                </a:solidFill>
              </a:defRPr>
            </a:lvl5pPr>
            <a:lvl6pPr>
              <a:defRPr sz="975" b="1">
                <a:solidFill>
                  <a:srgbClr val="3157C4"/>
                </a:solidFill>
              </a:defRPr>
            </a:lvl6pPr>
            <a:lvl7pPr>
              <a:defRPr sz="975" b="1">
                <a:solidFill>
                  <a:srgbClr val="3157C4"/>
                </a:solidFill>
              </a:defRPr>
            </a:lvl7pPr>
            <a:lvl8pPr>
              <a:defRPr sz="975" b="1">
                <a:solidFill>
                  <a:srgbClr val="3157C4"/>
                </a:solidFill>
              </a:defRPr>
            </a:lvl8pPr>
            <a:lvl9pPr>
              <a:defRPr sz="975" b="1">
                <a:solidFill>
                  <a:srgbClr val="3157C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3157C4"/>
                </a:solidFill>
              </a:defRPr>
            </a:pPr>
            <a:r>
              <a:rPr sz="975" b="1">
                <a:solidFill>
                  <a:srgbClr val="3157C4"/>
                </a:solidFill>
              </a:rPr>
              <a:t>PROPERTY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FCD20-3395-4AB5-90DD-13EBB36D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C2038"/>
                </a:solidFill>
              </a:defRPr>
            </a:defPPr>
            <a:lvl1pPr>
              <a:defRPr sz="1650" b="1">
                <a:solidFill>
                  <a:srgbClr val="0C2038"/>
                </a:solidFill>
              </a:defRPr>
            </a:lvl1pPr>
            <a:lvl2pPr>
              <a:defRPr sz="1650" b="1">
                <a:solidFill>
                  <a:srgbClr val="0C2038"/>
                </a:solidFill>
              </a:defRPr>
            </a:lvl2pPr>
            <a:lvl3pPr>
              <a:defRPr sz="1650" b="1">
                <a:solidFill>
                  <a:srgbClr val="0C2038"/>
                </a:solidFill>
              </a:defRPr>
            </a:lvl3pPr>
            <a:lvl4pPr>
              <a:defRPr sz="1650" b="1">
                <a:solidFill>
                  <a:srgbClr val="0C2038"/>
                </a:solidFill>
              </a:defRPr>
            </a:lvl4pPr>
            <a:lvl5pPr>
              <a:defRPr sz="1650" b="1">
                <a:solidFill>
                  <a:srgbClr val="0C2038"/>
                </a:solidFill>
              </a:defRPr>
            </a:lvl5pPr>
            <a:lvl6pPr>
              <a:defRPr sz="1650" b="1">
                <a:solidFill>
                  <a:srgbClr val="0C2038"/>
                </a:solidFill>
              </a:defRPr>
            </a:lvl6pPr>
            <a:lvl7pPr>
              <a:defRPr sz="1650" b="1">
                <a:solidFill>
                  <a:srgbClr val="0C2038"/>
                </a:solidFill>
              </a:defRPr>
            </a:lvl7pPr>
            <a:lvl8pPr>
              <a:defRPr sz="1650" b="1">
                <a:solidFill>
                  <a:srgbClr val="0C2038"/>
                </a:solidFill>
              </a:defRPr>
            </a:lvl8pPr>
            <a:lvl9pPr>
              <a:defRPr sz="1650" b="1">
                <a:solidFill>
                  <a:srgbClr val="0C2038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C2038"/>
                </a:solidFill>
              </a:defRPr>
            </a:pPr>
            <a:r>
              <a:rPr sz="1650" b="1">
                <a:solidFill>
                  <a:srgbClr val="0C2038"/>
                </a:solidFill>
              </a:rPr>
              <a:t>[Address, city]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1D44D-C31D-476E-BBCF-C35BA9DD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F5EF3-83AA-48B3-AF44-8B6A39CA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956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3157C4"/>
                </a:solidFill>
              </a:defRPr>
            </a:defPPr>
            <a:lvl1pPr>
              <a:defRPr sz="975" b="1">
                <a:solidFill>
                  <a:srgbClr val="3157C4"/>
                </a:solidFill>
              </a:defRPr>
            </a:lvl1pPr>
            <a:lvl2pPr>
              <a:defRPr sz="975" b="1">
                <a:solidFill>
                  <a:srgbClr val="3157C4"/>
                </a:solidFill>
              </a:defRPr>
            </a:lvl2pPr>
            <a:lvl3pPr>
              <a:defRPr sz="975" b="1">
                <a:solidFill>
                  <a:srgbClr val="3157C4"/>
                </a:solidFill>
              </a:defRPr>
            </a:lvl3pPr>
            <a:lvl4pPr>
              <a:defRPr sz="975" b="1">
                <a:solidFill>
                  <a:srgbClr val="3157C4"/>
                </a:solidFill>
              </a:defRPr>
            </a:lvl4pPr>
            <a:lvl5pPr>
              <a:defRPr sz="975" b="1">
                <a:solidFill>
                  <a:srgbClr val="3157C4"/>
                </a:solidFill>
              </a:defRPr>
            </a:lvl5pPr>
            <a:lvl6pPr>
              <a:defRPr sz="975" b="1">
                <a:solidFill>
                  <a:srgbClr val="3157C4"/>
                </a:solidFill>
              </a:defRPr>
            </a:lvl6pPr>
            <a:lvl7pPr>
              <a:defRPr sz="975" b="1">
                <a:solidFill>
                  <a:srgbClr val="3157C4"/>
                </a:solidFill>
              </a:defRPr>
            </a:lvl7pPr>
            <a:lvl8pPr>
              <a:defRPr sz="975" b="1">
                <a:solidFill>
                  <a:srgbClr val="3157C4"/>
                </a:solidFill>
              </a:defRPr>
            </a:lvl8pPr>
            <a:lvl9pPr>
              <a:defRPr sz="975" b="1">
                <a:solidFill>
                  <a:srgbClr val="3157C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3157C4"/>
                </a:solidFill>
              </a:defRPr>
            </a:pPr>
            <a:r>
              <a:rPr sz="975" b="1">
                <a:solidFill>
                  <a:srgbClr val="3157C4"/>
                </a:solidFill>
              </a:rPr>
              <a:t>KEY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18973-D00D-401A-97F4-46F4D571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814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C2038"/>
                </a:solidFill>
              </a:defRPr>
            </a:defPPr>
            <a:lvl1pPr>
              <a:defRPr sz="1650" b="1">
                <a:solidFill>
                  <a:srgbClr val="0C2038"/>
                </a:solidFill>
              </a:defRPr>
            </a:lvl1pPr>
            <a:lvl2pPr>
              <a:defRPr sz="1650" b="1">
                <a:solidFill>
                  <a:srgbClr val="0C2038"/>
                </a:solidFill>
              </a:defRPr>
            </a:lvl2pPr>
            <a:lvl3pPr>
              <a:defRPr sz="1650" b="1">
                <a:solidFill>
                  <a:srgbClr val="0C2038"/>
                </a:solidFill>
              </a:defRPr>
            </a:lvl3pPr>
            <a:lvl4pPr>
              <a:defRPr sz="1650" b="1">
                <a:solidFill>
                  <a:srgbClr val="0C2038"/>
                </a:solidFill>
              </a:defRPr>
            </a:lvl4pPr>
            <a:lvl5pPr>
              <a:defRPr sz="1650" b="1">
                <a:solidFill>
                  <a:srgbClr val="0C2038"/>
                </a:solidFill>
              </a:defRPr>
            </a:lvl5pPr>
            <a:lvl6pPr>
              <a:defRPr sz="1650" b="1">
                <a:solidFill>
                  <a:srgbClr val="0C2038"/>
                </a:solidFill>
              </a:defRPr>
            </a:lvl6pPr>
            <a:lvl7pPr>
              <a:defRPr sz="1650" b="1">
                <a:solidFill>
                  <a:srgbClr val="0C2038"/>
                </a:solidFill>
              </a:defRPr>
            </a:lvl7pPr>
            <a:lvl8pPr>
              <a:defRPr sz="1650" b="1">
                <a:solidFill>
                  <a:srgbClr val="0C2038"/>
                </a:solidFill>
              </a:defRPr>
            </a:lvl8pPr>
            <a:lvl9pPr>
              <a:defRPr sz="1650" b="1">
                <a:solidFill>
                  <a:srgbClr val="0C2038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C2038"/>
                </a:solidFill>
              </a:defRPr>
            </a:pPr>
            <a:r>
              <a:rPr sz="1650" b="1">
                <a:solidFill>
                  <a:srgbClr val="0C2038"/>
                </a:solidFill>
              </a:rPr>
              <a:t>[Verified feature 1] / [Feature 2]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C69C1-96BA-4927-902E-04F62148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F1E64-D0A2-4DA1-9574-F919808C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05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3157C4"/>
                </a:solidFill>
              </a:defRPr>
            </a:defPPr>
            <a:lvl1pPr>
              <a:defRPr sz="975" b="1">
                <a:solidFill>
                  <a:srgbClr val="3157C4"/>
                </a:solidFill>
              </a:defRPr>
            </a:lvl1pPr>
            <a:lvl2pPr>
              <a:defRPr sz="975" b="1">
                <a:solidFill>
                  <a:srgbClr val="3157C4"/>
                </a:solidFill>
              </a:defRPr>
            </a:lvl2pPr>
            <a:lvl3pPr>
              <a:defRPr sz="975" b="1">
                <a:solidFill>
                  <a:srgbClr val="3157C4"/>
                </a:solidFill>
              </a:defRPr>
            </a:lvl3pPr>
            <a:lvl4pPr>
              <a:defRPr sz="975" b="1">
                <a:solidFill>
                  <a:srgbClr val="3157C4"/>
                </a:solidFill>
              </a:defRPr>
            </a:lvl4pPr>
            <a:lvl5pPr>
              <a:defRPr sz="975" b="1">
                <a:solidFill>
                  <a:srgbClr val="3157C4"/>
                </a:solidFill>
              </a:defRPr>
            </a:lvl5pPr>
            <a:lvl6pPr>
              <a:defRPr sz="975" b="1">
                <a:solidFill>
                  <a:srgbClr val="3157C4"/>
                </a:solidFill>
              </a:defRPr>
            </a:lvl6pPr>
            <a:lvl7pPr>
              <a:defRPr sz="975" b="1">
                <a:solidFill>
                  <a:srgbClr val="3157C4"/>
                </a:solidFill>
              </a:defRPr>
            </a:lvl7pPr>
            <a:lvl8pPr>
              <a:defRPr sz="975" b="1">
                <a:solidFill>
                  <a:srgbClr val="3157C4"/>
                </a:solidFill>
              </a:defRPr>
            </a:lvl8pPr>
            <a:lvl9pPr>
              <a:defRPr sz="975" b="1">
                <a:solidFill>
                  <a:srgbClr val="3157C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3157C4"/>
                </a:solidFill>
              </a:defRPr>
            </a:pPr>
            <a:r>
              <a:rPr sz="975" b="1">
                <a:solidFill>
                  <a:srgbClr val="3157C4"/>
                </a:solidFill>
              </a:rPr>
              <a:t>TIMING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0CA16-48D5-459A-AF69-647B93B4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910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C2038"/>
                </a:solidFill>
              </a:defRPr>
            </a:defPPr>
            <a:lvl1pPr>
              <a:defRPr sz="1650" b="1">
                <a:solidFill>
                  <a:srgbClr val="0C2038"/>
                </a:solidFill>
              </a:defRPr>
            </a:lvl1pPr>
            <a:lvl2pPr>
              <a:defRPr sz="1650" b="1">
                <a:solidFill>
                  <a:srgbClr val="0C2038"/>
                </a:solidFill>
              </a:defRPr>
            </a:lvl2pPr>
            <a:lvl3pPr>
              <a:defRPr sz="1650" b="1">
                <a:solidFill>
                  <a:srgbClr val="0C2038"/>
                </a:solidFill>
              </a:defRPr>
            </a:lvl3pPr>
            <a:lvl4pPr>
              <a:defRPr sz="1650" b="1">
                <a:solidFill>
                  <a:srgbClr val="0C2038"/>
                </a:solidFill>
              </a:defRPr>
            </a:lvl4pPr>
            <a:lvl5pPr>
              <a:defRPr sz="1650" b="1">
                <a:solidFill>
                  <a:srgbClr val="0C2038"/>
                </a:solidFill>
              </a:defRPr>
            </a:lvl5pPr>
            <a:lvl6pPr>
              <a:defRPr sz="1650" b="1">
                <a:solidFill>
                  <a:srgbClr val="0C2038"/>
                </a:solidFill>
              </a:defRPr>
            </a:lvl6pPr>
            <a:lvl7pPr>
              <a:defRPr sz="1650" b="1">
                <a:solidFill>
                  <a:srgbClr val="0C2038"/>
                </a:solidFill>
              </a:defRPr>
            </a:lvl7pPr>
            <a:lvl8pPr>
              <a:defRPr sz="1650" b="1">
                <a:solidFill>
                  <a:srgbClr val="0C2038"/>
                </a:solidFill>
              </a:defRPr>
            </a:lvl8pPr>
            <a:lvl9pPr>
              <a:defRPr sz="1650" b="1">
                <a:solidFill>
                  <a:srgbClr val="0C2038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C2038"/>
                </a:solidFill>
              </a:defRPr>
            </a:pPr>
            <a:r>
              <a:rPr sz="1650" b="1">
                <a:solidFill>
                  <a:srgbClr val="0C2038"/>
                </a:solidFill>
              </a:rPr>
              <a:t>[Preferred launch window]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14DA2-3878-4890-A1E0-CE074782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816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0BC8B-64D0-4365-A466-BBBA1540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149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3157C4"/>
                </a:solidFill>
              </a:defRPr>
            </a:defPPr>
            <a:lvl1pPr>
              <a:defRPr sz="975" b="1">
                <a:solidFill>
                  <a:srgbClr val="3157C4"/>
                </a:solidFill>
              </a:defRPr>
            </a:lvl1pPr>
            <a:lvl2pPr>
              <a:defRPr sz="975" b="1">
                <a:solidFill>
                  <a:srgbClr val="3157C4"/>
                </a:solidFill>
              </a:defRPr>
            </a:lvl2pPr>
            <a:lvl3pPr>
              <a:defRPr sz="975" b="1">
                <a:solidFill>
                  <a:srgbClr val="3157C4"/>
                </a:solidFill>
              </a:defRPr>
            </a:lvl3pPr>
            <a:lvl4pPr>
              <a:defRPr sz="975" b="1">
                <a:solidFill>
                  <a:srgbClr val="3157C4"/>
                </a:solidFill>
              </a:defRPr>
            </a:lvl4pPr>
            <a:lvl5pPr>
              <a:defRPr sz="975" b="1">
                <a:solidFill>
                  <a:srgbClr val="3157C4"/>
                </a:solidFill>
              </a:defRPr>
            </a:lvl5pPr>
            <a:lvl6pPr>
              <a:defRPr sz="975" b="1">
                <a:solidFill>
                  <a:srgbClr val="3157C4"/>
                </a:solidFill>
              </a:defRPr>
            </a:lvl6pPr>
            <a:lvl7pPr>
              <a:defRPr sz="975" b="1">
                <a:solidFill>
                  <a:srgbClr val="3157C4"/>
                </a:solidFill>
              </a:defRPr>
            </a:lvl7pPr>
            <a:lvl8pPr>
              <a:defRPr sz="975" b="1">
                <a:solidFill>
                  <a:srgbClr val="3157C4"/>
                </a:solidFill>
              </a:defRPr>
            </a:lvl8pPr>
            <a:lvl9pPr>
              <a:defRPr sz="975" b="1">
                <a:solidFill>
                  <a:srgbClr val="3157C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3157C4"/>
                </a:solidFill>
              </a:defRPr>
            </a:pPr>
            <a:r>
              <a:rPr sz="975" b="1">
                <a:solidFill>
                  <a:srgbClr val="3157C4"/>
                </a:solidFill>
              </a:rPr>
              <a:t>PRIORITIES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E9214-CAA4-4803-9C25-17BDE926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6007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C2038"/>
                </a:solidFill>
              </a:defRPr>
            </a:defPPr>
            <a:lvl1pPr>
              <a:defRPr sz="1650" b="1">
                <a:solidFill>
                  <a:srgbClr val="0C2038"/>
                </a:solidFill>
              </a:defRPr>
            </a:lvl1pPr>
            <a:lvl2pPr>
              <a:defRPr sz="1650" b="1">
                <a:solidFill>
                  <a:srgbClr val="0C2038"/>
                </a:solidFill>
              </a:defRPr>
            </a:lvl2pPr>
            <a:lvl3pPr>
              <a:defRPr sz="1650" b="1">
                <a:solidFill>
                  <a:srgbClr val="0C2038"/>
                </a:solidFill>
              </a:defRPr>
            </a:lvl3pPr>
            <a:lvl4pPr>
              <a:defRPr sz="1650" b="1">
                <a:solidFill>
                  <a:srgbClr val="0C2038"/>
                </a:solidFill>
              </a:defRPr>
            </a:lvl4pPr>
            <a:lvl5pPr>
              <a:defRPr sz="1650" b="1">
                <a:solidFill>
                  <a:srgbClr val="0C2038"/>
                </a:solidFill>
              </a:defRPr>
            </a:lvl5pPr>
            <a:lvl6pPr>
              <a:defRPr sz="1650" b="1">
                <a:solidFill>
                  <a:srgbClr val="0C2038"/>
                </a:solidFill>
              </a:defRPr>
            </a:lvl6pPr>
            <a:lvl7pPr>
              <a:defRPr sz="1650" b="1">
                <a:solidFill>
                  <a:srgbClr val="0C2038"/>
                </a:solidFill>
              </a:defRPr>
            </a:lvl7pPr>
            <a:lvl8pPr>
              <a:defRPr sz="1650" b="1">
                <a:solidFill>
                  <a:srgbClr val="0C2038"/>
                </a:solidFill>
              </a:defRPr>
            </a:lvl8pPr>
            <a:lvl9pPr>
              <a:defRPr sz="1650" b="1">
                <a:solidFill>
                  <a:srgbClr val="0C2038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C2038"/>
                </a:solidFill>
              </a:defRPr>
            </a:pPr>
            <a:r>
              <a:rPr sz="1650" b="1">
                <a:solidFill>
                  <a:srgbClr val="0C2038"/>
                </a:solidFill>
              </a:rPr>
              <a:t>[What matters most to you]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370A0-F15A-4809-923C-B75A3D94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1912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41474-90C2-4A9C-879E-BF326C36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0">
                <a:solidFill>
                  <a:srgbClr val="B9C9DA"/>
                </a:solidFill>
              </a:defRPr>
            </a:defPPr>
            <a:lvl1pPr>
              <a:defRPr sz="750" b="0">
                <a:solidFill>
                  <a:srgbClr val="B9C9DA"/>
                </a:solidFill>
              </a:defRPr>
            </a:lvl1pPr>
            <a:lvl2pPr>
              <a:defRPr sz="750" b="0">
                <a:solidFill>
                  <a:srgbClr val="B9C9DA"/>
                </a:solidFill>
              </a:defRPr>
            </a:lvl2pPr>
            <a:lvl3pPr>
              <a:defRPr sz="750" b="0">
                <a:solidFill>
                  <a:srgbClr val="B9C9DA"/>
                </a:solidFill>
              </a:defRPr>
            </a:lvl3pPr>
            <a:lvl4pPr>
              <a:defRPr sz="750" b="0">
                <a:solidFill>
                  <a:srgbClr val="B9C9DA"/>
                </a:solidFill>
              </a:defRPr>
            </a:lvl4pPr>
            <a:lvl5pPr>
              <a:defRPr sz="750" b="0">
                <a:solidFill>
                  <a:srgbClr val="B9C9DA"/>
                </a:solidFill>
              </a:defRPr>
            </a:lvl5pPr>
            <a:lvl6pPr>
              <a:defRPr sz="750" b="0">
                <a:solidFill>
                  <a:srgbClr val="B9C9DA"/>
                </a:solidFill>
              </a:defRPr>
            </a:lvl6pPr>
            <a:lvl7pPr>
              <a:defRPr sz="750" b="0">
                <a:solidFill>
                  <a:srgbClr val="B9C9DA"/>
                </a:solidFill>
              </a:defRPr>
            </a:lvl7pPr>
            <a:lvl8pPr>
              <a:defRPr sz="750" b="0">
                <a:solidFill>
                  <a:srgbClr val="B9C9DA"/>
                </a:solidFill>
              </a:defRPr>
            </a:lvl8pPr>
            <a:lvl9pPr>
              <a:defRPr sz="750" b="0">
                <a:solidFill>
                  <a:srgbClr val="B9C9DA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B9C9DA"/>
                </a:solidFill>
              </a:defRPr>
            </a:pPr>
            <a:r>
              <a:rPr sz="750" b="0">
                <a:solidFill>
                  <a:srgbClr val="B9C9DA"/>
                </a:solidFill>
              </a:rPr>
              <a:t>HOMEFORCE  /  LISTING PRESENTATION  /  02</a:t>
            </a:r>
          </a:p>
        </p:txBody>
      </p:sp>
    </p:spTree>
    <p:extLst>
      <p:ext uri="{BB962C8B-B14F-4D97-AF65-F5344CB8AC3E}">
        <p14:creationId xmlns:p14="http://schemas.microsoft.com/office/powerpoint/2010/main" val="910791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2CBB7-DF14-4DBB-9FD3-B3FF5BA3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3157C4"/>
                </a:solidFill>
              </a:defRPr>
            </a:defPPr>
            <a:lvl1pPr>
              <a:defRPr sz="975" b="1">
                <a:solidFill>
                  <a:srgbClr val="3157C4"/>
                </a:solidFill>
              </a:defRPr>
            </a:lvl1pPr>
            <a:lvl2pPr>
              <a:defRPr sz="975" b="1">
                <a:solidFill>
                  <a:srgbClr val="3157C4"/>
                </a:solidFill>
              </a:defRPr>
            </a:lvl2pPr>
            <a:lvl3pPr>
              <a:defRPr sz="975" b="1">
                <a:solidFill>
                  <a:srgbClr val="3157C4"/>
                </a:solidFill>
              </a:defRPr>
            </a:lvl3pPr>
            <a:lvl4pPr>
              <a:defRPr sz="975" b="1">
                <a:solidFill>
                  <a:srgbClr val="3157C4"/>
                </a:solidFill>
              </a:defRPr>
            </a:lvl4pPr>
            <a:lvl5pPr>
              <a:defRPr sz="975" b="1">
                <a:solidFill>
                  <a:srgbClr val="3157C4"/>
                </a:solidFill>
              </a:defRPr>
            </a:lvl5pPr>
            <a:lvl6pPr>
              <a:defRPr sz="975" b="1">
                <a:solidFill>
                  <a:srgbClr val="3157C4"/>
                </a:solidFill>
              </a:defRPr>
            </a:lvl6pPr>
            <a:lvl7pPr>
              <a:defRPr sz="975" b="1">
                <a:solidFill>
                  <a:srgbClr val="3157C4"/>
                </a:solidFill>
              </a:defRPr>
            </a:lvl7pPr>
            <a:lvl8pPr>
              <a:defRPr sz="975" b="1">
                <a:solidFill>
                  <a:srgbClr val="3157C4"/>
                </a:solidFill>
              </a:defRPr>
            </a:lvl8pPr>
            <a:lvl9pPr>
              <a:defRPr sz="975" b="1">
                <a:solidFill>
                  <a:srgbClr val="3157C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3157C4"/>
                </a:solidFill>
              </a:defRPr>
            </a:pPr>
            <a:r>
              <a:rPr sz="975" b="1">
                <a:solidFill>
                  <a:srgbClr val="3157C4"/>
                </a:solidFill>
              </a:rPr>
              <a:t>02 / LOCAL MARKET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AD55E-AC56-46A2-93A2-6A6DC097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0C2038"/>
                </a:solidFill>
              </a:defRPr>
            </a:defPPr>
            <a:lvl1pPr>
              <a:defRPr sz="2850" b="1">
                <a:solidFill>
                  <a:srgbClr val="0C2038"/>
                </a:solidFill>
              </a:defRPr>
            </a:lvl1pPr>
            <a:lvl2pPr>
              <a:defRPr sz="2850" b="1">
                <a:solidFill>
                  <a:srgbClr val="0C2038"/>
                </a:solidFill>
              </a:defRPr>
            </a:lvl2pPr>
            <a:lvl3pPr>
              <a:defRPr sz="2850" b="1">
                <a:solidFill>
                  <a:srgbClr val="0C2038"/>
                </a:solidFill>
              </a:defRPr>
            </a:lvl3pPr>
            <a:lvl4pPr>
              <a:defRPr sz="2850" b="1">
                <a:solidFill>
                  <a:srgbClr val="0C2038"/>
                </a:solidFill>
              </a:defRPr>
            </a:lvl4pPr>
            <a:lvl5pPr>
              <a:defRPr sz="2850" b="1">
                <a:solidFill>
                  <a:srgbClr val="0C2038"/>
                </a:solidFill>
              </a:defRPr>
            </a:lvl5pPr>
            <a:lvl6pPr>
              <a:defRPr sz="2850" b="1">
                <a:solidFill>
                  <a:srgbClr val="0C2038"/>
                </a:solidFill>
              </a:defRPr>
            </a:lvl6pPr>
            <a:lvl7pPr>
              <a:defRPr sz="2850" b="1">
                <a:solidFill>
                  <a:srgbClr val="0C2038"/>
                </a:solidFill>
              </a:defRPr>
            </a:lvl7pPr>
            <a:lvl8pPr>
              <a:defRPr sz="2850" b="1">
                <a:solidFill>
                  <a:srgbClr val="0C2038"/>
                </a:solidFill>
              </a:defRPr>
            </a:lvl8pPr>
            <a:lvl9pPr>
              <a:defRPr sz="2850" b="1">
                <a:solidFill>
                  <a:srgbClr val="0C2038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C2038"/>
                </a:solidFill>
              </a:defRPr>
            </a:pPr>
            <a:r>
              <a:rPr sz="2850" b="1">
                <a:solidFill>
                  <a:srgbClr val="0C2038"/>
                </a:solidFill>
              </a:rPr>
              <a:t>A thoughtful pricing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C7B64-0275-4BE9-9FAF-3E93C438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58B"/>
                </a:solidFill>
              </a:defRPr>
            </a:defPPr>
            <a:lvl1pPr>
              <a:defRPr sz="1350" b="0">
                <a:solidFill>
                  <a:srgbClr val="65758B"/>
                </a:solidFill>
              </a:defRPr>
            </a:lvl1pPr>
            <a:lvl2pPr>
              <a:defRPr sz="1350" b="0">
                <a:solidFill>
                  <a:srgbClr val="65758B"/>
                </a:solidFill>
              </a:defRPr>
            </a:lvl2pPr>
            <a:lvl3pPr>
              <a:defRPr sz="1350" b="0">
                <a:solidFill>
                  <a:srgbClr val="65758B"/>
                </a:solidFill>
              </a:defRPr>
            </a:lvl3pPr>
            <a:lvl4pPr>
              <a:defRPr sz="1350" b="0">
                <a:solidFill>
                  <a:srgbClr val="65758B"/>
                </a:solidFill>
              </a:defRPr>
            </a:lvl4pPr>
            <a:lvl5pPr>
              <a:defRPr sz="1350" b="0">
                <a:solidFill>
                  <a:srgbClr val="65758B"/>
                </a:solidFill>
              </a:defRPr>
            </a:lvl5pPr>
            <a:lvl6pPr>
              <a:defRPr sz="1350" b="0">
                <a:solidFill>
                  <a:srgbClr val="65758B"/>
                </a:solidFill>
              </a:defRPr>
            </a:lvl6pPr>
            <a:lvl7pPr>
              <a:defRPr sz="1350" b="0">
                <a:solidFill>
                  <a:srgbClr val="65758B"/>
                </a:solidFill>
              </a:defRPr>
            </a:lvl7pPr>
            <a:lvl8pPr>
              <a:defRPr sz="1350" b="0">
                <a:solidFill>
                  <a:srgbClr val="65758B"/>
                </a:solidFill>
              </a:defRPr>
            </a:lvl8pPr>
            <a:lvl9pPr>
              <a:defRPr sz="1350" b="0">
                <a:solidFill>
                  <a:srgbClr val="65758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8B"/>
                </a:solidFill>
              </a:defRPr>
            </a:pPr>
            <a:r>
              <a:rPr sz="1350" b="0">
                <a:solidFill>
                  <a:srgbClr val="65758B"/>
                </a:solidFill>
              </a:rPr>
              <a:t>Use current, relevant comparables and review the factors behind each recommendation.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4C810-6900-4C9F-A083-84F424BEDA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c45904eb14b19"/>
          <a:srcRect xmlns:a="http://schemas.openxmlformats.org/drawingml/2006/main" l="0" t="500" r="0" b="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34315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9CB48-2861-4B1D-ADB2-BD1036CF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5619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6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226B8-3701-45B3-A652-4F0BCA2C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098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3157C4"/>
                </a:solidFill>
              </a:defRPr>
            </a:defPPr>
            <a:lvl1pPr>
              <a:defRPr sz="975" b="1">
                <a:solidFill>
                  <a:srgbClr val="3157C4"/>
                </a:solidFill>
              </a:defRPr>
            </a:lvl1pPr>
            <a:lvl2pPr>
              <a:defRPr sz="975" b="1">
                <a:solidFill>
                  <a:srgbClr val="3157C4"/>
                </a:solidFill>
              </a:defRPr>
            </a:lvl2pPr>
            <a:lvl3pPr>
              <a:defRPr sz="975" b="1">
                <a:solidFill>
                  <a:srgbClr val="3157C4"/>
                </a:solidFill>
              </a:defRPr>
            </a:lvl3pPr>
            <a:lvl4pPr>
              <a:defRPr sz="975" b="1">
                <a:solidFill>
                  <a:srgbClr val="3157C4"/>
                </a:solidFill>
              </a:defRPr>
            </a:lvl4pPr>
            <a:lvl5pPr>
              <a:defRPr sz="975" b="1">
                <a:solidFill>
                  <a:srgbClr val="3157C4"/>
                </a:solidFill>
              </a:defRPr>
            </a:lvl5pPr>
            <a:lvl6pPr>
              <a:defRPr sz="975" b="1">
                <a:solidFill>
                  <a:srgbClr val="3157C4"/>
                </a:solidFill>
              </a:defRPr>
            </a:lvl6pPr>
            <a:lvl7pPr>
              <a:defRPr sz="975" b="1">
                <a:solidFill>
                  <a:srgbClr val="3157C4"/>
                </a:solidFill>
              </a:defRPr>
            </a:lvl7pPr>
            <a:lvl8pPr>
              <a:defRPr sz="975" b="1">
                <a:solidFill>
                  <a:srgbClr val="3157C4"/>
                </a:solidFill>
              </a:defRPr>
            </a:lvl8pPr>
            <a:lvl9pPr>
              <a:defRPr sz="975" b="1">
                <a:solidFill>
                  <a:srgbClr val="3157C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3157C4"/>
                </a:solidFill>
              </a:defRPr>
            </a:pPr>
            <a:r>
              <a:rPr sz="975" b="1">
                <a:solidFill>
                  <a:srgbClr val="3157C4"/>
                </a:solidFill>
              </a:rPr>
              <a:t>COMPARABLE RANGE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C603A-E184-4CB2-B0E9-6975E1CF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479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C2038"/>
                </a:solidFill>
              </a:defRPr>
            </a:defPPr>
            <a:lvl1pPr>
              <a:defRPr sz="1725" b="1">
                <a:solidFill>
                  <a:srgbClr val="0C2038"/>
                </a:solidFill>
              </a:defRPr>
            </a:lvl1pPr>
            <a:lvl2pPr>
              <a:defRPr sz="1725" b="1">
                <a:solidFill>
                  <a:srgbClr val="0C2038"/>
                </a:solidFill>
              </a:defRPr>
            </a:lvl2pPr>
            <a:lvl3pPr>
              <a:defRPr sz="1725" b="1">
                <a:solidFill>
                  <a:srgbClr val="0C2038"/>
                </a:solidFill>
              </a:defRPr>
            </a:lvl3pPr>
            <a:lvl4pPr>
              <a:defRPr sz="1725" b="1">
                <a:solidFill>
                  <a:srgbClr val="0C2038"/>
                </a:solidFill>
              </a:defRPr>
            </a:lvl4pPr>
            <a:lvl5pPr>
              <a:defRPr sz="1725" b="1">
                <a:solidFill>
                  <a:srgbClr val="0C2038"/>
                </a:solidFill>
              </a:defRPr>
            </a:lvl5pPr>
            <a:lvl6pPr>
              <a:defRPr sz="1725" b="1">
                <a:solidFill>
                  <a:srgbClr val="0C2038"/>
                </a:solidFill>
              </a:defRPr>
            </a:lvl6pPr>
            <a:lvl7pPr>
              <a:defRPr sz="1725" b="1">
                <a:solidFill>
                  <a:srgbClr val="0C2038"/>
                </a:solidFill>
              </a:defRPr>
            </a:lvl7pPr>
            <a:lvl8pPr>
              <a:defRPr sz="1725" b="1">
                <a:solidFill>
                  <a:srgbClr val="0C2038"/>
                </a:solidFill>
              </a:defRPr>
            </a:lvl8pPr>
            <a:lvl9pPr>
              <a:defRPr sz="1725" b="1">
                <a:solidFill>
                  <a:srgbClr val="0C203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C2038"/>
                </a:solidFill>
              </a:defRPr>
            </a:pPr>
            <a:r>
              <a:rPr sz="1725" b="1">
                <a:solidFill>
                  <a:srgbClr val="0C2038"/>
                </a:solidFill>
              </a:rPr>
              <a:t>[$000,000 - $000,000]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FF285-167C-491D-B38C-7FA3939C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09950"/>
            <a:ext cx="5619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6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3C8D2-6651-45D1-AE40-9556F85C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43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3157C4"/>
                </a:solidFill>
              </a:defRPr>
            </a:defPPr>
            <a:lvl1pPr>
              <a:defRPr sz="975" b="1">
                <a:solidFill>
                  <a:srgbClr val="3157C4"/>
                </a:solidFill>
              </a:defRPr>
            </a:lvl1pPr>
            <a:lvl2pPr>
              <a:defRPr sz="975" b="1">
                <a:solidFill>
                  <a:srgbClr val="3157C4"/>
                </a:solidFill>
              </a:defRPr>
            </a:lvl2pPr>
            <a:lvl3pPr>
              <a:defRPr sz="975" b="1">
                <a:solidFill>
                  <a:srgbClr val="3157C4"/>
                </a:solidFill>
              </a:defRPr>
            </a:lvl3pPr>
            <a:lvl4pPr>
              <a:defRPr sz="975" b="1">
                <a:solidFill>
                  <a:srgbClr val="3157C4"/>
                </a:solidFill>
              </a:defRPr>
            </a:lvl4pPr>
            <a:lvl5pPr>
              <a:defRPr sz="975" b="1">
                <a:solidFill>
                  <a:srgbClr val="3157C4"/>
                </a:solidFill>
              </a:defRPr>
            </a:lvl5pPr>
            <a:lvl6pPr>
              <a:defRPr sz="975" b="1">
                <a:solidFill>
                  <a:srgbClr val="3157C4"/>
                </a:solidFill>
              </a:defRPr>
            </a:lvl6pPr>
            <a:lvl7pPr>
              <a:defRPr sz="975" b="1">
                <a:solidFill>
                  <a:srgbClr val="3157C4"/>
                </a:solidFill>
              </a:defRPr>
            </a:lvl7pPr>
            <a:lvl8pPr>
              <a:defRPr sz="975" b="1">
                <a:solidFill>
                  <a:srgbClr val="3157C4"/>
                </a:solidFill>
              </a:defRPr>
            </a:lvl8pPr>
            <a:lvl9pPr>
              <a:defRPr sz="975" b="1">
                <a:solidFill>
                  <a:srgbClr val="3157C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3157C4"/>
                </a:solidFill>
              </a:defRPr>
            </a:pPr>
            <a:r>
              <a:rPr sz="975" b="1">
                <a:solidFill>
                  <a:srgbClr val="3157C4"/>
                </a:solidFill>
              </a:rPr>
              <a:t>RECOMMENDED LIST PRICE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CE32F-953D-4EDF-8F42-18487866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814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C2038"/>
                </a:solidFill>
              </a:defRPr>
            </a:defPPr>
            <a:lvl1pPr>
              <a:defRPr sz="1725" b="1">
                <a:solidFill>
                  <a:srgbClr val="0C2038"/>
                </a:solidFill>
              </a:defRPr>
            </a:lvl1pPr>
            <a:lvl2pPr>
              <a:defRPr sz="1725" b="1">
                <a:solidFill>
                  <a:srgbClr val="0C2038"/>
                </a:solidFill>
              </a:defRPr>
            </a:lvl2pPr>
            <a:lvl3pPr>
              <a:defRPr sz="1725" b="1">
                <a:solidFill>
                  <a:srgbClr val="0C2038"/>
                </a:solidFill>
              </a:defRPr>
            </a:lvl3pPr>
            <a:lvl4pPr>
              <a:defRPr sz="1725" b="1">
                <a:solidFill>
                  <a:srgbClr val="0C2038"/>
                </a:solidFill>
              </a:defRPr>
            </a:lvl4pPr>
            <a:lvl5pPr>
              <a:defRPr sz="1725" b="1">
                <a:solidFill>
                  <a:srgbClr val="0C2038"/>
                </a:solidFill>
              </a:defRPr>
            </a:lvl5pPr>
            <a:lvl6pPr>
              <a:defRPr sz="1725" b="1">
                <a:solidFill>
                  <a:srgbClr val="0C2038"/>
                </a:solidFill>
              </a:defRPr>
            </a:lvl6pPr>
            <a:lvl7pPr>
              <a:defRPr sz="1725" b="1">
                <a:solidFill>
                  <a:srgbClr val="0C2038"/>
                </a:solidFill>
              </a:defRPr>
            </a:lvl7pPr>
            <a:lvl8pPr>
              <a:defRPr sz="1725" b="1">
                <a:solidFill>
                  <a:srgbClr val="0C2038"/>
                </a:solidFill>
              </a:defRPr>
            </a:lvl8pPr>
            <a:lvl9pPr>
              <a:defRPr sz="1725" b="1">
                <a:solidFill>
                  <a:srgbClr val="0C203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C2038"/>
                </a:solidFill>
              </a:defRPr>
            </a:pPr>
            <a:r>
              <a:rPr sz="1725" b="1">
                <a:solidFill>
                  <a:srgbClr val="0C2038"/>
                </a:solidFill>
              </a:rPr>
              <a:t>[$000,000]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AF079-4D1F-4B42-A48C-4789DCDE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43400"/>
            <a:ext cx="5619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A6B0A-A163-41B6-A50C-50622AD6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767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3157C4"/>
                </a:solidFill>
              </a:defRPr>
            </a:defPPr>
            <a:lvl1pPr>
              <a:defRPr sz="975" b="1">
                <a:solidFill>
                  <a:srgbClr val="3157C4"/>
                </a:solidFill>
              </a:defRPr>
            </a:lvl1pPr>
            <a:lvl2pPr>
              <a:defRPr sz="975" b="1">
                <a:solidFill>
                  <a:srgbClr val="3157C4"/>
                </a:solidFill>
              </a:defRPr>
            </a:lvl2pPr>
            <a:lvl3pPr>
              <a:defRPr sz="975" b="1">
                <a:solidFill>
                  <a:srgbClr val="3157C4"/>
                </a:solidFill>
              </a:defRPr>
            </a:lvl3pPr>
            <a:lvl4pPr>
              <a:defRPr sz="975" b="1">
                <a:solidFill>
                  <a:srgbClr val="3157C4"/>
                </a:solidFill>
              </a:defRPr>
            </a:lvl4pPr>
            <a:lvl5pPr>
              <a:defRPr sz="975" b="1">
                <a:solidFill>
                  <a:srgbClr val="3157C4"/>
                </a:solidFill>
              </a:defRPr>
            </a:lvl5pPr>
            <a:lvl6pPr>
              <a:defRPr sz="975" b="1">
                <a:solidFill>
                  <a:srgbClr val="3157C4"/>
                </a:solidFill>
              </a:defRPr>
            </a:lvl6pPr>
            <a:lvl7pPr>
              <a:defRPr sz="975" b="1">
                <a:solidFill>
                  <a:srgbClr val="3157C4"/>
                </a:solidFill>
              </a:defRPr>
            </a:lvl7pPr>
            <a:lvl8pPr>
              <a:defRPr sz="975" b="1">
                <a:solidFill>
                  <a:srgbClr val="3157C4"/>
                </a:solidFill>
              </a:defRPr>
            </a:lvl8pPr>
            <a:lvl9pPr>
              <a:defRPr sz="975" b="1">
                <a:solidFill>
                  <a:srgbClr val="3157C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3157C4"/>
                </a:solidFill>
              </a:defRPr>
            </a:pPr>
            <a:r>
              <a:rPr sz="975" b="1">
                <a:solidFill>
                  <a:srgbClr val="3157C4"/>
                </a:solidFill>
              </a:rPr>
              <a:t>REVIEW 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EFFC4-B43E-4B0D-9F5D-918341D4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148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C2038"/>
                </a:solidFill>
              </a:defRPr>
            </a:defPPr>
            <a:lvl1pPr>
              <a:defRPr sz="1725" b="1">
                <a:solidFill>
                  <a:srgbClr val="0C2038"/>
                </a:solidFill>
              </a:defRPr>
            </a:lvl1pPr>
            <a:lvl2pPr>
              <a:defRPr sz="1725" b="1">
                <a:solidFill>
                  <a:srgbClr val="0C2038"/>
                </a:solidFill>
              </a:defRPr>
            </a:lvl2pPr>
            <a:lvl3pPr>
              <a:defRPr sz="1725" b="1">
                <a:solidFill>
                  <a:srgbClr val="0C2038"/>
                </a:solidFill>
              </a:defRPr>
            </a:lvl3pPr>
            <a:lvl4pPr>
              <a:defRPr sz="1725" b="1">
                <a:solidFill>
                  <a:srgbClr val="0C2038"/>
                </a:solidFill>
              </a:defRPr>
            </a:lvl4pPr>
            <a:lvl5pPr>
              <a:defRPr sz="1725" b="1">
                <a:solidFill>
                  <a:srgbClr val="0C2038"/>
                </a:solidFill>
              </a:defRPr>
            </a:lvl5pPr>
            <a:lvl6pPr>
              <a:defRPr sz="1725" b="1">
                <a:solidFill>
                  <a:srgbClr val="0C2038"/>
                </a:solidFill>
              </a:defRPr>
            </a:lvl6pPr>
            <a:lvl7pPr>
              <a:defRPr sz="1725" b="1">
                <a:solidFill>
                  <a:srgbClr val="0C2038"/>
                </a:solidFill>
              </a:defRPr>
            </a:lvl7pPr>
            <a:lvl8pPr>
              <a:defRPr sz="1725" b="1">
                <a:solidFill>
                  <a:srgbClr val="0C2038"/>
                </a:solidFill>
              </a:defRPr>
            </a:lvl8pPr>
            <a:lvl9pPr>
              <a:defRPr sz="1725" b="1">
                <a:solidFill>
                  <a:srgbClr val="0C203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C2038"/>
                </a:solidFill>
              </a:defRPr>
            </a:pPr>
            <a:r>
              <a:rPr sz="1725" b="1">
                <a:solidFill>
                  <a:srgbClr val="0C2038"/>
                </a:solidFill>
              </a:rPr>
              <a:t>[Date]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82966-AB69-47D2-AFA3-34F02240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81625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5758B"/>
                </a:solidFill>
              </a:defRPr>
            </a:defPPr>
            <a:lvl1pPr>
              <a:defRPr sz="1125" b="0">
                <a:solidFill>
                  <a:srgbClr val="65758B"/>
                </a:solidFill>
              </a:defRPr>
            </a:lvl1pPr>
            <a:lvl2pPr>
              <a:defRPr sz="1125" b="0">
                <a:solidFill>
                  <a:srgbClr val="65758B"/>
                </a:solidFill>
              </a:defRPr>
            </a:lvl2pPr>
            <a:lvl3pPr>
              <a:defRPr sz="1125" b="0">
                <a:solidFill>
                  <a:srgbClr val="65758B"/>
                </a:solidFill>
              </a:defRPr>
            </a:lvl3pPr>
            <a:lvl4pPr>
              <a:defRPr sz="1125" b="0">
                <a:solidFill>
                  <a:srgbClr val="65758B"/>
                </a:solidFill>
              </a:defRPr>
            </a:lvl4pPr>
            <a:lvl5pPr>
              <a:defRPr sz="1125" b="0">
                <a:solidFill>
                  <a:srgbClr val="65758B"/>
                </a:solidFill>
              </a:defRPr>
            </a:lvl5pPr>
            <a:lvl6pPr>
              <a:defRPr sz="1125" b="0">
                <a:solidFill>
                  <a:srgbClr val="65758B"/>
                </a:solidFill>
              </a:defRPr>
            </a:lvl6pPr>
            <a:lvl7pPr>
              <a:defRPr sz="1125" b="0">
                <a:solidFill>
                  <a:srgbClr val="65758B"/>
                </a:solidFill>
              </a:defRPr>
            </a:lvl7pPr>
            <a:lvl8pPr>
              <a:defRPr sz="1125" b="0">
                <a:solidFill>
                  <a:srgbClr val="65758B"/>
                </a:solidFill>
              </a:defRPr>
            </a:lvl8pPr>
            <a:lvl9pPr>
              <a:defRPr sz="1125" b="0">
                <a:solidFill>
                  <a:srgbClr val="6575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5758B"/>
                </a:solidFill>
              </a:defRPr>
            </a:pPr>
            <a:r>
              <a:rPr sz="1125" b="0">
                <a:solidFill>
                  <a:srgbClr val="65758B"/>
                </a:solidFill>
              </a:rPr>
              <a:t>Add verified market evidence and explain assumptions in plain language.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C0AAD-0874-4D9B-99C1-9DBD195E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0">
                <a:solidFill>
                  <a:srgbClr val="B9C9DA"/>
                </a:solidFill>
              </a:defRPr>
            </a:defPPr>
            <a:lvl1pPr>
              <a:defRPr sz="750" b="0">
                <a:solidFill>
                  <a:srgbClr val="B9C9DA"/>
                </a:solidFill>
              </a:defRPr>
            </a:lvl1pPr>
            <a:lvl2pPr>
              <a:defRPr sz="750" b="0">
                <a:solidFill>
                  <a:srgbClr val="B9C9DA"/>
                </a:solidFill>
              </a:defRPr>
            </a:lvl2pPr>
            <a:lvl3pPr>
              <a:defRPr sz="750" b="0">
                <a:solidFill>
                  <a:srgbClr val="B9C9DA"/>
                </a:solidFill>
              </a:defRPr>
            </a:lvl3pPr>
            <a:lvl4pPr>
              <a:defRPr sz="750" b="0">
                <a:solidFill>
                  <a:srgbClr val="B9C9DA"/>
                </a:solidFill>
              </a:defRPr>
            </a:lvl4pPr>
            <a:lvl5pPr>
              <a:defRPr sz="750" b="0">
                <a:solidFill>
                  <a:srgbClr val="B9C9DA"/>
                </a:solidFill>
              </a:defRPr>
            </a:lvl5pPr>
            <a:lvl6pPr>
              <a:defRPr sz="750" b="0">
                <a:solidFill>
                  <a:srgbClr val="B9C9DA"/>
                </a:solidFill>
              </a:defRPr>
            </a:lvl6pPr>
            <a:lvl7pPr>
              <a:defRPr sz="750" b="0">
                <a:solidFill>
                  <a:srgbClr val="B9C9DA"/>
                </a:solidFill>
              </a:defRPr>
            </a:lvl7pPr>
            <a:lvl8pPr>
              <a:defRPr sz="750" b="0">
                <a:solidFill>
                  <a:srgbClr val="B9C9DA"/>
                </a:solidFill>
              </a:defRPr>
            </a:lvl8pPr>
            <a:lvl9pPr>
              <a:defRPr sz="750" b="0">
                <a:solidFill>
                  <a:srgbClr val="B9C9DA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B9C9DA"/>
                </a:solidFill>
              </a:defRPr>
            </a:pPr>
            <a:r>
              <a:rPr sz="750" b="0">
                <a:solidFill>
                  <a:srgbClr val="B9C9DA"/>
                </a:solidFill>
              </a:rPr>
              <a:t>HOMEFORCE  /  LISTING PRESENTATION  /  03</a:t>
            </a:r>
          </a:p>
        </p:txBody>
      </p:sp>
    </p:spTree>
    <p:extLst>
      <p:ext uri="{BB962C8B-B14F-4D97-AF65-F5344CB8AC3E}">
        <p14:creationId xmlns:p14="http://schemas.microsoft.com/office/powerpoint/2010/main" val="13140812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2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E82FF-75E0-4E81-A0C6-11DE8278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4EC0CA"/>
                </a:solidFill>
              </a:defRPr>
            </a:defPPr>
            <a:lvl1pPr>
              <a:defRPr sz="975" b="1">
                <a:solidFill>
                  <a:srgbClr val="4EC0CA"/>
                </a:solidFill>
              </a:defRPr>
            </a:lvl1pPr>
            <a:lvl2pPr>
              <a:defRPr sz="975" b="1">
                <a:solidFill>
                  <a:srgbClr val="4EC0CA"/>
                </a:solidFill>
              </a:defRPr>
            </a:lvl2pPr>
            <a:lvl3pPr>
              <a:defRPr sz="975" b="1">
                <a:solidFill>
                  <a:srgbClr val="4EC0CA"/>
                </a:solidFill>
              </a:defRPr>
            </a:lvl3pPr>
            <a:lvl4pPr>
              <a:defRPr sz="975" b="1">
                <a:solidFill>
                  <a:srgbClr val="4EC0CA"/>
                </a:solidFill>
              </a:defRPr>
            </a:lvl4pPr>
            <a:lvl5pPr>
              <a:defRPr sz="975" b="1">
                <a:solidFill>
                  <a:srgbClr val="4EC0CA"/>
                </a:solidFill>
              </a:defRPr>
            </a:lvl5pPr>
            <a:lvl6pPr>
              <a:defRPr sz="975" b="1">
                <a:solidFill>
                  <a:srgbClr val="4EC0CA"/>
                </a:solidFill>
              </a:defRPr>
            </a:lvl6pPr>
            <a:lvl7pPr>
              <a:defRPr sz="975" b="1">
                <a:solidFill>
                  <a:srgbClr val="4EC0CA"/>
                </a:solidFill>
              </a:defRPr>
            </a:lvl7pPr>
            <a:lvl8pPr>
              <a:defRPr sz="975" b="1">
                <a:solidFill>
                  <a:srgbClr val="4EC0CA"/>
                </a:solidFill>
              </a:defRPr>
            </a:lvl8pPr>
            <a:lvl9pPr>
              <a:defRPr sz="975" b="1">
                <a:solidFill>
                  <a:srgbClr val="4EC0CA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4EC0CA"/>
                </a:solidFill>
              </a:defRPr>
            </a:pPr>
            <a:r>
              <a:rPr sz="975" b="1">
                <a:solidFill>
                  <a:srgbClr val="4EC0CA"/>
                </a:solidFill>
              </a:rPr>
              <a:t>03 / MARKETING &amp;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1BE93-9F9E-4212-98D1-402D33B2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FFFFFF"/>
                </a:solidFill>
              </a:defRPr>
            </a:defPPr>
            <a:lvl1pPr>
              <a:defRPr sz="2925" b="1">
                <a:solidFill>
                  <a:srgbClr val="FFFFFF"/>
                </a:solidFill>
              </a:defRPr>
            </a:lvl1pPr>
            <a:lvl2pPr>
              <a:defRPr sz="2925" b="1">
                <a:solidFill>
                  <a:srgbClr val="FFFFFF"/>
                </a:solidFill>
              </a:defRPr>
            </a:lvl2pPr>
            <a:lvl3pPr>
              <a:defRPr sz="2925" b="1">
                <a:solidFill>
                  <a:srgbClr val="FFFFFF"/>
                </a:solidFill>
              </a:defRPr>
            </a:lvl3pPr>
            <a:lvl4pPr>
              <a:defRPr sz="2925" b="1">
                <a:solidFill>
                  <a:srgbClr val="FFFFFF"/>
                </a:solidFill>
              </a:defRPr>
            </a:lvl4pPr>
            <a:lvl5pPr>
              <a:defRPr sz="2925" b="1">
                <a:solidFill>
                  <a:srgbClr val="FFFFFF"/>
                </a:solidFill>
              </a:defRPr>
            </a:lvl5pPr>
            <a:lvl6pPr>
              <a:defRPr sz="2925" b="1">
                <a:solidFill>
                  <a:srgbClr val="FFFFFF"/>
                </a:solidFill>
              </a:defRPr>
            </a:lvl6pPr>
            <a:lvl7pPr>
              <a:defRPr sz="2925" b="1">
                <a:solidFill>
                  <a:srgbClr val="FFFFFF"/>
                </a:solidFill>
              </a:defRPr>
            </a:lvl7pPr>
            <a:lvl8pPr>
              <a:defRPr sz="2925" b="1">
                <a:solidFill>
                  <a:srgbClr val="FFFFFF"/>
                </a:solidFill>
              </a:defRPr>
            </a:lvl8pPr>
            <a:lvl9pPr>
              <a:defRPr sz="29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 coordinated launch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2901C-A2D4-41C3-AC55-C1785C35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DDE7F2"/>
                </a:solidFill>
              </a:defRPr>
            </a:defPPr>
            <a:lvl1pPr>
              <a:defRPr sz="1350" b="0">
                <a:solidFill>
                  <a:srgbClr val="DDE7F2"/>
                </a:solidFill>
              </a:defRPr>
            </a:lvl1pPr>
            <a:lvl2pPr>
              <a:defRPr sz="1350" b="0">
                <a:solidFill>
                  <a:srgbClr val="DDE7F2"/>
                </a:solidFill>
              </a:defRPr>
            </a:lvl2pPr>
            <a:lvl3pPr>
              <a:defRPr sz="1350" b="0">
                <a:solidFill>
                  <a:srgbClr val="DDE7F2"/>
                </a:solidFill>
              </a:defRPr>
            </a:lvl3pPr>
            <a:lvl4pPr>
              <a:defRPr sz="1350" b="0">
                <a:solidFill>
                  <a:srgbClr val="DDE7F2"/>
                </a:solidFill>
              </a:defRPr>
            </a:lvl4pPr>
            <a:lvl5pPr>
              <a:defRPr sz="1350" b="0">
                <a:solidFill>
                  <a:srgbClr val="DDE7F2"/>
                </a:solidFill>
              </a:defRPr>
            </a:lvl5pPr>
            <a:lvl6pPr>
              <a:defRPr sz="1350" b="0">
                <a:solidFill>
                  <a:srgbClr val="DDE7F2"/>
                </a:solidFill>
              </a:defRPr>
            </a:lvl6pPr>
            <a:lvl7pPr>
              <a:defRPr sz="1350" b="0">
                <a:solidFill>
                  <a:srgbClr val="DDE7F2"/>
                </a:solidFill>
              </a:defRPr>
            </a:lvl7pPr>
            <a:lvl8pPr>
              <a:defRPr sz="1350" b="0">
                <a:solidFill>
                  <a:srgbClr val="DDE7F2"/>
                </a:solidFill>
              </a:defRPr>
            </a:lvl8pPr>
            <a:lvl9pPr>
              <a:defRPr sz="1350" b="0">
                <a:solidFill>
                  <a:srgbClr val="DDE7F2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DE7F2"/>
                </a:solidFill>
              </a:defRPr>
            </a:pPr>
            <a:r>
              <a:rPr sz="1350" b="0">
                <a:solidFill>
                  <a:srgbClr val="DDE7F2"/>
                </a:solidFill>
              </a:rPr>
              <a:t>A simple sequence keeps preparation, marketing, and showing access clear.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D8666-F547-482D-8499-B577F015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650B4-F217-4747-A43B-54C17E3E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4EC0CA"/>
                </a:solidFill>
              </a:defRPr>
            </a:defPPr>
            <a:lvl1pPr>
              <a:defRPr sz="1500" b="1">
                <a:solidFill>
                  <a:srgbClr val="4EC0CA"/>
                </a:solidFill>
              </a:defRPr>
            </a:lvl1pPr>
            <a:lvl2pPr>
              <a:defRPr sz="1500" b="1">
                <a:solidFill>
                  <a:srgbClr val="4EC0CA"/>
                </a:solidFill>
              </a:defRPr>
            </a:lvl2pPr>
            <a:lvl3pPr>
              <a:defRPr sz="1500" b="1">
                <a:solidFill>
                  <a:srgbClr val="4EC0CA"/>
                </a:solidFill>
              </a:defRPr>
            </a:lvl3pPr>
            <a:lvl4pPr>
              <a:defRPr sz="1500" b="1">
                <a:solidFill>
                  <a:srgbClr val="4EC0CA"/>
                </a:solidFill>
              </a:defRPr>
            </a:lvl4pPr>
            <a:lvl5pPr>
              <a:defRPr sz="1500" b="1">
                <a:solidFill>
                  <a:srgbClr val="4EC0CA"/>
                </a:solidFill>
              </a:defRPr>
            </a:lvl5pPr>
            <a:lvl6pPr>
              <a:defRPr sz="1500" b="1">
                <a:solidFill>
                  <a:srgbClr val="4EC0CA"/>
                </a:solidFill>
              </a:defRPr>
            </a:lvl6pPr>
            <a:lvl7pPr>
              <a:defRPr sz="1500" b="1">
                <a:solidFill>
                  <a:srgbClr val="4EC0CA"/>
                </a:solidFill>
              </a:defRPr>
            </a:lvl7pPr>
            <a:lvl8pPr>
              <a:defRPr sz="1500" b="1">
                <a:solidFill>
                  <a:srgbClr val="4EC0CA"/>
                </a:solidFill>
              </a:defRPr>
            </a:lvl8pPr>
            <a:lvl9pPr>
              <a:defRPr sz="1500" b="1">
                <a:solidFill>
                  <a:srgbClr val="4EC0C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EC0CA"/>
                </a:solidFill>
              </a:defRPr>
            </a:pPr>
            <a:r>
              <a:rPr sz="1500" b="1">
                <a:solidFill>
                  <a:srgbClr val="4EC0C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E2E40-2CDE-47B9-A1A3-795D8415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87B2F-D82D-403F-9868-855CF6E3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CFD9E5"/>
                </a:solidFill>
              </a:defRPr>
            </a:defPPr>
            <a:lvl1pPr>
              <a:defRPr sz="1200" b="0">
                <a:solidFill>
                  <a:srgbClr val="CFD9E5"/>
                </a:solidFill>
              </a:defRPr>
            </a:lvl1pPr>
            <a:lvl2pPr>
              <a:defRPr sz="1200" b="0">
                <a:solidFill>
                  <a:srgbClr val="CFD9E5"/>
                </a:solidFill>
              </a:defRPr>
            </a:lvl2pPr>
            <a:lvl3pPr>
              <a:defRPr sz="1200" b="0">
                <a:solidFill>
                  <a:srgbClr val="CFD9E5"/>
                </a:solidFill>
              </a:defRPr>
            </a:lvl3pPr>
            <a:lvl4pPr>
              <a:defRPr sz="1200" b="0">
                <a:solidFill>
                  <a:srgbClr val="CFD9E5"/>
                </a:solidFill>
              </a:defRPr>
            </a:lvl4pPr>
            <a:lvl5pPr>
              <a:defRPr sz="1200" b="0">
                <a:solidFill>
                  <a:srgbClr val="CFD9E5"/>
                </a:solidFill>
              </a:defRPr>
            </a:lvl5pPr>
            <a:lvl6pPr>
              <a:defRPr sz="1200" b="0">
                <a:solidFill>
                  <a:srgbClr val="CFD9E5"/>
                </a:solidFill>
              </a:defRPr>
            </a:lvl6pPr>
            <a:lvl7pPr>
              <a:defRPr sz="1200" b="0">
                <a:solidFill>
                  <a:srgbClr val="CFD9E5"/>
                </a:solidFill>
              </a:defRPr>
            </a:lvl7pPr>
            <a:lvl8pPr>
              <a:defRPr sz="1200" b="0">
                <a:solidFill>
                  <a:srgbClr val="CFD9E5"/>
                </a:solidFill>
              </a:defRPr>
            </a:lvl8pPr>
            <a:lvl9pPr>
              <a:defRPr sz="1200" b="0">
                <a:solidFill>
                  <a:srgbClr val="CFD9E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FD9E5"/>
                </a:solidFill>
              </a:defRPr>
            </a:pPr>
            <a:r>
              <a:rPr sz="1200" b="0">
                <a:solidFill>
                  <a:srgbClr val="CFD9E5"/>
                </a:solidFill>
              </a:rPr>
              <a:t>[Repairs, staging, photography]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F8A33-CD4D-415C-9EA3-099312A0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5AD72-6DCE-464A-907A-306FA698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860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4EC0CA"/>
                </a:solidFill>
              </a:defRPr>
            </a:defPPr>
            <a:lvl1pPr>
              <a:defRPr sz="1500" b="1">
                <a:solidFill>
                  <a:srgbClr val="4EC0CA"/>
                </a:solidFill>
              </a:defRPr>
            </a:lvl1pPr>
            <a:lvl2pPr>
              <a:defRPr sz="1500" b="1">
                <a:solidFill>
                  <a:srgbClr val="4EC0CA"/>
                </a:solidFill>
              </a:defRPr>
            </a:lvl2pPr>
            <a:lvl3pPr>
              <a:defRPr sz="1500" b="1">
                <a:solidFill>
                  <a:srgbClr val="4EC0CA"/>
                </a:solidFill>
              </a:defRPr>
            </a:lvl3pPr>
            <a:lvl4pPr>
              <a:defRPr sz="1500" b="1">
                <a:solidFill>
                  <a:srgbClr val="4EC0CA"/>
                </a:solidFill>
              </a:defRPr>
            </a:lvl4pPr>
            <a:lvl5pPr>
              <a:defRPr sz="1500" b="1">
                <a:solidFill>
                  <a:srgbClr val="4EC0CA"/>
                </a:solidFill>
              </a:defRPr>
            </a:lvl5pPr>
            <a:lvl6pPr>
              <a:defRPr sz="1500" b="1">
                <a:solidFill>
                  <a:srgbClr val="4EC0CA"/>
                </a:solidFill>
              </a:defRPr>
            </a:lvl6pPr>
            <a:lvl7pPr>
              <a:defRPr sz="1500" b="1">
                <a:solidFill>
                  <a:srgbClr val="4EC0CA"/>
                </a:solidFill>
              </a:defRPr>
            </a:lvl7pPr>
            <a:lvl8pPr>
              <a:defRPr sz="1500" b="1">
                <a:solidFill>
                  <a:srgbClr val="4EC0CA"/>
                </a:solidFill>
              </a:defRPr>
            </a:lvl8pPr>
            <a:lvl9pPr>
              <a:defRPr sz="1500" b="1">
                <a:solidFill>
                  <a:srgbClr val="4EC0C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EC0CA"/>
                </a:solidFill>
              </a:defRPr>
            </a:pPr>
            <a:r>
              <a:rPr sz="1500" b="1">
                <a:solidFill>
                  <a:srgbClr val="4EC0C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13A9B-C3A9-434C-8750-91AB6B7E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Present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B24DA-7768-4875-8152-ED05AB34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48100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CFD9E5"/>
                </a:solidFill>
              </a:defRPr>
            </a:defPPr>
            <a:lvl1pPr>
              <a:defRPr sz="1200" b="0">
                <a:solidFill>
                  <a:srgbClr val="CFD9E5"/>
                </a:solidFill>
              </a:defRPr>
            </a:lvl1pPr>
            <a:lvl2pPr>
              <a:defRPr sz="1200" b="0">
                <a:solidFill>
                  <a:srgbClr val="CFD9E5"/>
                </a:solidFill>
              </a:defRPr>
            </a:lvl2pPr>
            <a:lvl3pPr>
              <a:defRPr sz="1200" b="0">
                <a:solidFill>
                  <a:srgbClr val="CFD9E5"/>
                </a:solidFill>
              </a:defRPr>
            </a:lvl3pPr>
            <a:lvl4pPr>
              <a:defRPr sz="1200" b="0">
                <a:solidFill>
                  <a:srgbClr val="CFD9E5"/>
                </a:solidFill>
              </a:defRPr>
            </a:lvl4pPr>
            <a:lvl5pPr>
              <a:defRPr sz="1200" b="0">
                <a:solidFill>
                  <a:srgbClr val="CFD9E5"/>
                </a:solidFill>
              </a:defRPr>
            </a:lvl5pPr>
            <a:lvl6pPr>
              <a:defRPr sz="1200" b="0">
                <a:solidFill>
                  <a:srgbClr val="CFD9E5"/>
                </a:solidFill>
              </a:defRPr>
            </a:lvl6pPr>
            <a:lvl7pPr>
              <a:defRPr sz="1200" b="0">
                <a:solidFill>
                  <a:srgbClr val="CFD9E5"/>
                </a:solidFill>
              </a:defRPr>
            </a:lvl7pPr>
            <a:lvl8pPr>
              <a:defRPr sz="1200" b="0">
                <a:solidFill>
                  <a:srgbClr val="CFD9E5"/>
                </a:solidFill>
              </a:defRPr>
            </a:lvl8pPr>
            <a:lvl9pPr>
              <a:defRPr sz="1200" b="0">
                <a:solidFill>
                  <a:srgbClr val="CFD9E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FD9E5"/>
                </a:solidFill>
              </a:defRPr>
            </a:pPr>
            <a:r>
              <a:rPr sz="1200" b="0">
                <a:solidFill>
                  <a:srgbClr val="CFD9E5"/>
                </a:solidFill>
              </a:rPr>
              <a:t>[Listing channels and property story]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3ECC4-118B-41EB-AD48-B7FD3354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1CE0B-3AB9-4FDF-A86D-14C1D83B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860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4EC0CA"/>
                </a:solidFill>
              </a:defRPr>
            </a:defPPr>
            <a:lvl1pPr>
              <a:defRPr sz="1500" b="1">
                <a:solidFill>
                  <a:srgbClr val="4EC0CA"/>
                </a:solidFill>
              </a:defRPr>
            </a:lvl1pPr>
            <a:lvl2pPr>
              <a:defRPr sz="1500" b="1">
                <a:solidFill>
                  <a:srgbClr val="4EC0CA"/>
                </a:solidFill>
              </a:defRPr>
            </a:lvl2pPr>
            <a:lvl3pPr>
              <a:defRPr sz="1500" b="1">
                <a:solidFill>
                  <a:srgbClr val="4EC0CA"/>
                </a:solidFill>
              </a:defRPr>
            </a:lvl3pPr>
            <a:lvl4pPr>
              <a:defRPr sz="1500" b="1">
                <a:solidFill>
                  <a:srgbClr val="4EC0CA"/>
                </a:solidFill>
              </a:defRPr>
            </a:lvl4pPr>
            <a:lvl5pPr>
              <a:defRPr sz="1500" b="1">
                <a:solidFill>
                  <a:srgbClr val="4EC0CA"/>
                </a:solidFill>
              </a:defRPr>
            </a:lvl5pPr>
            <a:lvl6pPr>
              <a:defRPr sz="1500" b="1">
                <a:solidFill>
                  <a:srgbClr val="4EC0CA"/>
                </a:solidFill>
              </a:defRPr>
            </a:lvl6pPr>
            <a:lvl7pPr>
              <a:defRPr sz="1500" b="1">
                <a:solidFill>
                  <a:srgbClr val="4EC0CA"/>
                </a:solidFill>
              </a:defRPr>
            </a:lvl7pPr>
            <a:lvl8pPr>
              <a:defRPr sz="1500" b="1">
                <a:solidFill>
                  <a:srgbClr val="4EC0CA"/>
                </a:solidFill>
              </a:defRPr>
            </a:lvl8pPr>
            <a:lvl9pPr>
              <a:defRPr sz="1500" b="1">
                <a:solidFill>
                  <a:srgbClr val="4EC0C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EC0CA"/>
                </a:solidFill>
              </a:defRPr>
            </a:pPr>
            <a:r>
              <a:rPr sz="1500" b="1">
                <a:solidFill>
                  <a:srgbClr val="4EC0CA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71C70-6A57-40D6-8C50-0476D3F9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337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Coordinate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F9A2D-5257-4F51-81F7-3F825D42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8100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CFD9E5"/>
                </a:solidFill>
              </a:defRPr>
            </a:defPPr>
            <a:lvl1pPr>
              <a:defRPr sz="1200" b="0">
                <a:solidFill>
                  <a:srgbClr val="CFD9E5"/>
                </a:solidFill>
              </a:defRPr>
            </a:lvl1pPr>
            <a:lvl2pPr>
              <a:defRPr sz="1200" b="0">
                <a:solidFill>
                  <a:srgbClr val="CFD9E5"/>
                </a:solidFill>
              </a:defRPr>
            </a:lvl2pPr>
            <a:lvl3pPr>
              <a:defRPr sz="1200" b="0">
                <a:solidFill>
                  <a:srgbClr val="CFD9E5"/>
                </a:solidFill>
              </a:defRPr>
            </a:lvl3pPr>
            <a:lvl4pPr>
              <a:defRPr sz="1200" b="0">
                <a:solidFill>
                  <a:srgbClr val="CFD9E5"/>
                </a:solidFill>
              </a:defRPr>
            </a:lvl4pPr>
            <a:lvl5pPr>
              <a:defRPr sz="1200" b="0">
                <a:solidFill>
                  <a:srgbClr val="CFD9E5"/>
                </a:solidFill>
              </a:defRPr>
            </a:lvl5pPr>
            <a:lvl6pPr>
              <a:defRPr sz="1200" b="0">
                <a:solidFill>
                  <a:srgbClr val="CFD9E5"/>
                </a:solidFill>
              </a:defRPr>
            </a:lvl6pPr>
            <a:lvl7pPr>
              <a:defRPr sz="1200" b="0">
                <a:solidFill>
                  <a:srgbClr val="CFD9E5"/>
                </a:solidFill>
              </a:defRPr>
            </a:lvl7pPr>
            <a:lvl8pPr>
              <a:defRPr sz="1200" b="0">
                <a:solidFill>
                  <a:srgbClr val="CFD9E5"/>
                </a:solidFill>
              </a:defRPr>
            </a:lvl8pPr>
            <a:lvl9pPr>
              <a:defRPr sz="1200" b="0">
                <a:solidFill>
                  <a:srgbClr val="CFD9E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FD9E5"/>
                </a:solidFill>
              </a:defRPr>
            </a:pPr>
            <a:r>
              <a:rPr sz="1200" b="0">
                <a:solidFill>
                  <a:srgbClr val="CFD9E5"/>
                </a:solidFill>
              </a:rPr>
              <a:t>[Showing access and feedback]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83D82-12A6-44D6-AEAE-E208F2A5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CCFC75-97F7-4A9C-A34A-65826CC2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860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4EC0CA"/>
                </a:solidFill>
              </a:defRPr>
            </a:defPPr>
            <a:lvl1pPr>
              <a:defRPr sz="1500" b="1">
                <a:solidFill>
                  <a:srgbClr val="4EC0CA"/>
                </a:solidFill>
              </a:defRPr>
            </a:lvl1pPr>
            <a:lvl2pPr>
              <a:defRPr sz="1500" b="1">
                <a:solidFill>
                  <a:srgbClr val="4EC0CA"/>
                </a:solidFill>
              </a:defRPr>
            </a:lvl2pPr>
            <a:lvl3pPr>
              <a:defRPr sz="1500" b="1">
                <a:solidFill>
                  <a:srgbClr val="4EC0CA"/>
                </a:solidFill>
              </a:defRPr>
            </a:lvl3pPr>
            <a:lvl4pPr>
              <a:defRPr sz="1500" b="1">
                <a:solidFill>
                  <a:srgbClr val="4EC0CA"/>
                </a:solidFill>
              </a:defRPr>
            </a:lvl4pPr>
            <a:lvl5pPr>
              <a:defRPr sz="1500" b="1">
                <a:solidFill>
                  <a:srgbClr val="4EC0CA"/>
                </a:solidFill>
              </a:defRPr>
            </a:lvl5pPr>
            <a:lvl6pPr>
              <a:defRPr sz="1500" b="1">
                <a:solidFill>
                  <a:srgbClr val="4EC0CA"/>
                </a:solidFill>
              </a:defRPr>
            </a:lvl6pPr>
            <a:lvl7pPr>
              <a:defRPr sz="1500" b="1">
                <a:solidFill>
                  <a:srgbClr val="4EC0CA"/>
                </a:solidFill>
              </a:defRPr>
            </a:lvl7pPr>
            <a:lvl8pPr>
              <a:defRPr sz="1500" b="1">
                <a:solidFill>
                  <a:srgbClr val="4EC0CA"/>
                </a:solidFill>
              </a:defRPr>
            </a:lvl8pPr>
            <a:lvl9pPr>
              <a:defRPr sz="1500" b="1">
                <a:solidFill>
                  <a:srgbClr val="4EC0C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EC0CA"/>
                </a:solidFill>
              </a:defRPr>
            </a:pPr>
            <a:r>
              <a:rPr sz="1500" b="1">
                <a:solidFill>
                  <a:srgbClr val="4EC0CA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11460-4B8C-4B1C-9A2B-1CFBBE62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337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35D707-4274-4FAE-8FF3-46A280A1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48100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CFD9E5"/>
                </a:solidFill>
              </a:defRPr>
            </a:defPPr>
            <a:lvl1pPr>
              <a:defRPr sz="1200" b="0">
                <a:solidFill>
                  <a:srgbClr val="CFD9E5"/>
                </a:solidFill>
              </a:defRPr>
            </a:lvl1pPr>
            <a:lvl2pPr>
              <a:defRPr sz="1200" b="0">
                <a:solidFill>
                  <a:srgbClr val="CFD9E5"/>
                </a:solidFill>
              </a:defRPr>
            </a:lvl2pPr>
            <a:lvl3pPr>
              <a:defRPr sz="1200" b="0">
                <a:solidFill>
                  <a:srgbClr val="CFD9E5"/>
                </a:solidFill>
              </a:defRPr>
            </a:lvl3pPr>
            <a:lvl4pPr>
              <a:defRPr sz="1200" b="0">
                <a:solidFill>
                  <a:srgbClr val="CFD9E5"/>
                </a:solidFill>
              </a:defRPr>
            </a:lvl4pPr>
            <a:lvl5pPr>
              <a:defRPr sz="1200" b="0">
                <a:solidFill>
                  <a:srgbClr val="CFD9E5"/>
                </a:solidFill>
              </a:defRPr>
            </a:lvl5pPr>
            <a:lvl6pPr>
              <a:defRPr sz="1200" b="0">
                <a:solidFill>
                  <a:srgbClr val="CFD9E5"/>
                </a:solidFill>
              </a:defRPr>
            </a:lvl6pPr>
            <a:lvl7pPr>
              <a:defRPr sz="1200" b="0">
                <a:solidFill>
                  <a:srgbClr val="CFD9E5"/>
                </a:solidFill>
              </a:defRPr>
            </a:lvl7pPr>
            <a:lvl8pPr>
              <a:defRPr sz="1200" b="0">
                <a:solidFill>
                  <a:srgbClr val="CFD9E5"/>
                </a:solidFill>
              </a:defRPr>
            </a:lvl8pPr>
            <a:lvl9pPr>
              <a:defRPr sz="1200" b="0">
                <a:solidFill>
                  <a:srgbClr val="CFD9E5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FD9E5"/>
                </a:solidFill>
              </a:defRPr>
            </a:pPr>
            <a:r>
              <a:rPr sz="1200" b="0">
                <a:solidFill>
                  <a:srgbClr val="CFD9E5"/>
                </a:solidFill>
              </a:rPr>
              <a:t>[Offer process and decision timing]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77B0F-11DF-4A1E-BFDF-AD790685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66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42B46"/>
          </a:solidFill>
          <a:ln xmlns:a="http://schemas.openxmlformats.org/drawingml/2006/main" w="9525">
            <a:solidFill>
              <a:srgbClr val="2744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C71B14-DAD5-483A-B2D2-2B47D50B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Use the steps that fit your property, market, and brokerage process.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7C7294-7DA3-404B-A655-8ED28A39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0">
                <a:solidFill>
                  <a:srgbClr val="B9C9DA"/>
                </a:solidFill>
              </a:defRPr>
            </a:defPPr>
            <a:lvl1pPr>
              <a:defRPr sz="750" b="0">
                <a:solidFill>
                  <a:srgbClr val="B9C9DA"/>
                </a:solidFill>
              </a:defRPr>
            </a:lvl1pPr>
            <a:lvl2pPr>
              <a:defRPr sz="750" b="0">
                <a:solidFill>
                  <a:srgbClr val="B9C9DA"/>
                </a:solidFill>
              </a:defRPr>
            </a:lvl2pPr>
            <a:lvl3pPr>
              <a:defRPr sz="750" b="0">
                <a:solidFill>
                  <a:srgbClr val="B9C9DA"/>
                </a:solidFill>
              </a:defRPr>
            </a:lvl3pPr>
            <a:lvl4pPr>
              <a:defRPr sz="750" b="0">
                <a:solidFill>
                  <a:srgbClr val="B9C9DA"/>
                </a:solidFill>
              </a:defRPr>
            </a:lvl4pPr>
            <a:lvl5pPr>
              <a:defRPr sz="750" b="0">
                <a:solidFill>
                  <a:srgbClr val="B9C9DA"/>
                </a:solidFill>
              </a:defRPr>
            </a:lvl5pPr>
            <a:lvl6pPr>
              <a:defRPr sz="750" b="0">
                <a:solidFill>
                  <a:srgbClr val="B9C9DA"/>
                </a:solidFill>
              </a:defRPr>
            </a:lvl6pPr>
            <a:lvl7pPr>
              <a:defRPr sz="750" b="0">
                <a:solidFill>
                  <a:srgbClr val="B9C9DA"/>
                </a:solidFill>
              </a:defRPr>
            </a:lvl7pPr>
            <a:lvl8pPr>
              <a:defRPr sz="750" b="0">
                <a:solidFill>
                  <a:srgbClr val="B9C9DA"/>
                </a:solidFill>
              </a:defRPr>
            </a:lvl8pPr>
            <a:lvl9pPr>
              <a:defRPr sz="750" b="0">
                <a:solidFill>
                  <a:srgbClr val="B9C9DA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B9C9DA"/>
                </a:solidFill>
              </a:defRPr>
            </a:pPr>
            <a:r>
              <a:rPr sz="750" b="0">
                <a:solidFill>
                  <a:srgbClr val="B9C9DA"/>
                </a:solidFill>
              </a:rPr>
              <a:t>HOMEFORCE  /  LISTING PRESENTATION  /  04</a:t>
            </a:r>
          </a:p>
        </p:txBody>
      </p:sp>
    </p:spTree>
    <p:extLst>
      <p:ext uri="{BB962C8B-B14F-4D97-AF65-F5344CB8AC3E}">
        <p14:creationId xmlns:p14="http://schemas.microsoft.com/office/powerpoint/2010/main" val="11500506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91618-3486-449D-82F3-42E087AF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3157C4"/>
                </a:solidFill>
              </a:defRPr>
            </a:defPPr>
            <a:lvl1pPr>
              <a:defRPr sz="975" b="1">
                <a:solidFill>
                  <a:srgbClr val="3157C4"/>
                </a:solidFill>
              </a:defRPr>
            </a:lvl1pPr>
            <a:lvl2pPr>
              <a:defRPr sz="975" b="1">
                <a:solidFill>
                  <a:srgbClr val="3157C4"/>
                </a:solidFill>
              </a:defRPr>
            </a:lvl2pPr>
            <a:lvl3pPr>
              <a:defRPr sz="975" b="1">
                <a:solidFill>
                  <a:srgbClr val="3157C4"/>
                </a:solidFill>
              </a:defRPr>
            </a:lvl3pPr>
            <a:lvl4pPr>
              <a:defRPr sz="975" b="1">
                <a:solidFill>
                  <a:srgbClr val="3157C4"/>
                </a:solidFill>
              </a:defRPr>
            </a:lvl4pPr>
            <a:lvl5pPr>
              <a:defRPr sz="975" b="1">
                <a:solidFill>
                  <a:srgbClr val="3157C4"/>
                </a:solidFill>
              </a:defRPr>
            </a:lvl5pPr>
            <a:lvl6pPr>
              <a:defRPr sz="975" b="1">
                <a:solidFill>
                  <a:srgbClr val="3157C4"/>
                </a:solidFill>
              </a:defRPr>
            </a:lvl6pPr>
            <a:lvl7pPr>
              <a:defRPr sz="975" b="1">
                <a:solidFill>
                  <a:srgbClr val="3157C4"/>
                </a:solidFill>
              </a:defRPr>
            </a:lvl7pPr>
            <a:lvl8pPr>
              <a:defRPr sz="975" b="1">
                <a:solidFill>
                  <a:srgbClr val="3157C4"/>
                </a:solidFill>
              </a:defRPr>
            </a:lvl8pPr>
            <a:lvl9pPr>
              <a:defRPr sz="975" b="1">
                <a:solidFill>
                  <a:srgbClr val="3157C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3157C4"/>
                </a:solidFill>
              </a:defRPr>
            </a:pPr>
            <a:r>
              <a:rPr sz="975" b="1">
                <a:solidFill>
                  <a:srgbClr val="3157C4"/>
                </a:solidFill>
              </a:rPr>
              <a:t>04 / DECISIONS &amp;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C3C87-D7D9-4500-9545-D4D6F36F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75" b="1">
                <a:solidFill>
                  <a:srgbClr val="0C2038"/>
                </a:solidFill>
              </a:defRPr>
            </a:defPPr>
            <a:lvl1pPr>
              <a:defRPr sz="3075" b="1">
                <a:solidFill>
                  <a:srgbClr val="0C2038"/>
                </a:solidFill>
              </a:defRPr>
            </a:lvl1pPr>
            <a:lvl2pPr>
              <a:defRPr sz="3075" b="1">
                <a:solidFill>
                  <a:srgbClr val="0C2038"/>
                </a:solidFill>
              </a:defRPr>
            </a:lvl2pPr>
            <a:lvl3pPr>
              <a:defRPr sz="3075" b="1">
                <a:solidFill>
                  <a:srgbClr val="0C2038"/>
                </a:solidFill>
              </a:defRPr>
            </a:lvl3pPr>
            <a:lvl4pPr>
              <a:defRPr sz="3075" b="1">
                <a:solidFill>
                  <a:srgbClr val="0C2038"/>
                </a:solidFill>
              </a:defRPr>
            </a:lvl4pPr>
            <a:lvl5pPr>
              <a:defRPr sz="3075" b="1">
                <a:solidFill>
                  <a:srgbClr val="0C2038"/>
                </a:solidFill>
              </a:defRPr>
            </a:lvl5pPr>
            <a:lvl6pPr>
              <a:defRPr sz="3075" b="1">
                <a:solidFill>
                  <a:srgbClr val="0C2038"/>
                </a:solidFill>
              </a:defRPr>
            </a:lvl6pPr>
            <a:lvl7pPr>
              <a:defRPr sz="3075" b="1">
                <a:solidFill>
                  <a:srgbClr val="0C2038"/>
                </a:solidFill>
              </a:defRPr>
            </a:lvl7pPr>
            <a:lvl8pPr>
              <a:defRPr sz="3075" b="1">
                <a:solidFill>
                  <a:srgbClr val="0C2038"/>
                </a:solidFill>
              </a:defRPr>
            </a:lvl8pPr>
            <a:lvl9pPr>
              <a:defRPr sz="3075" b="1">
                <a:solidFill>
                  <a:srgbClr val="0C2038"/>
                </a:solidFill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0C2038"/>
                </a:solidFill>
              </a:defRPr>
            </a:pPr>
            <a:r>
              <a:rPr sz="3075" b="1">
                <a:solidFill>
                  <a:srgbClr val="0C2038"/>
                </a:solidFill>
              </a:rPr>
              <a:t>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EAB64-8981-4669-B945-7F665EEB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58B"/>
                </a:solidFill>
              </a:defRPr>
            </a:defPPr>
            <a:lvl1pPr>
              <a:defRPr sz="1350" b="0">
                <a:solidFill>
                  <a:srgbClr val="65758B"/>
                </a:solidFill>
              </a:defRPr>
            </a:lvl1pPr>
            <a:lvl2pPr>
              <a:defRPr sz="1350" b="0">
                <a:solidFill>
                  <a:srgbClr val="65758B"/>
                </a:solidFill>
              </a:defRPr>
            </a:lvl2pPr>
            <a:lvl3pPr>
              <a:defRPr sz="1350" b="0">
                <a:solidFill>
                  <a:srgbClr val="65758B"/>
                </a:solidFill>
              </a:defRPr>
            </a:lvl3pPr>
            <a:lvl4pPr>
              <a:defRPr sz="1350" b="0">
                <a:solidFill>
                  <a:srgbClr val="65758B"/>
                </a:solidFill>
              </a:defRPr>
            </a:lvl4pPr>
            <a:lvl5pPr>
              <a:defRPr sz="1350" b="0">
                <a:solidFill>
                  <a:srgbClr val="65758B"/>
                </a:solidFill>
              </a:defRPr>
            </a:lvl5pPr>
            <a:lvl6pPr>
              <a:defRPr sz="1350" b="0">
                <a:solidFill>
                  <a:srgbClr val="65758B"/>
                </a:solidFill>
              </a:defRPr>
            </a:lvl6pPr>
            <a:lvl7pPr>
              <a:defRPr sz="1350" b="0">
                <a:solidFill>
                  <a:srgbClr val="65758B"/>
                </a:solidFill>
              </a:defRPr>
            </a:lvl7pPr>
            <a:lvl8pPr>
              <a:defRPr sz="1350" b="0">
                <a:solidFill>
                  <a:srgbClr val="65758B"/>
                </a:solidFill>
              </a:defRPr>
            </a:lvl8pPr>
            <a:lvl9pPr>
              <a:defRPr sz="1350" b="0">
                <a:solidFill>
                  <a:srgbClr val="65758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8B"/>
                </a:solidFill>
              </a:defRPr>
            </a:pPr>
            <a:r>
              <a:rPr sz="1350" b="0">
                <a:solidFill>
                  <a:srgbClr val="65758B"/>
                </a:solidFill>
              </a:rPr>
              <a:t>Keep owners, dates, and decisions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59B90-CBDA-4A68-B9FF-61FAB5D5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3157C4"/>
                </a:solidFill>
              </a:defRPr>
            </a:defPPr>
            <a:lvl1pPr>
              <a:defRPr sz="1350" b="1">
                <a:solidFill>
                  <a:srgbClr val="3157C4"/>
                </a:solidFill>
              </a:defRPr>
            </a:lvl1pPr>
            <a:lvl2pPr>
              <a:defRPr sz="1350" b="1">
                <a:solidFill>
                  <a:srgbClr val="3157C4"/>
                </a:solidFill>
              </a:defRPr>
            </a:lvl2pPr>
            <a:lvl3pPr>
              <a:defRPr sz="1350" b="1">
                <a:solidFill>
                  <a:srgbClr val="3157C4"/>
                </a:solidFill>
              </a:defRPr>
            </a:lvl3pPr>
            <a:lvl4pPr>
              <a:defRPr sz="1350" b="1">
                <a:solidFill>
                  <a:srgbClr val="3157C4"/>
                </a:solidFill>
              </a:defRPr>
            </a:lvl4pPr>
            <a:lvl5pPr>
              <a:defRPr sz="1350" b="1">
                <a:solidFill>
                  <a:srgbClr val="3157C4"/>
                </a:solidFill>
              </a:defRPr>
            </a:lvl5pPr>
            <a:lvl6pPr>
              <a:defRPr sz="1350" b="1">
                <a:solidFill>
                  <a:srgbClr val="3157C4"/>
                </a:solidFill>
              </a:defRPr>
            </a:lvl6pPr>
            <a:lvl7pPr>
              <a:defRPr sz="1350" b="1">
                <a:solidFill>
                  <a:srgbClr val="3157C4"/>
                </a:solidFill>
              </a:defRPr>
            </a:lvl7pPr>
            <a:lvl8pPr>
              <a:defRPr sz="1350" b="1">
                <a:solidFill>
                  <a:srgbClr val="3157C4"/>
                </a:solidFill>
              </a:defRPr>
            </a:lvl8pPr>
            <a:lvl9pPr>
              <a:defRPr sz="1350" b="1">
                <a:solidFill>
                  <a:srgbClr val="3157C4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157C4"/>
                </a:solidFill>
              </a:defRPr>
            </a:pPr>
            <a:r>
              <a:rPr sz="1350" b="1">
                <a:solidFill>
                  <a:srgbClr val="3157C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2A7D1-0960-4B7E-9250-2C53CA2F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669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C2038"/>
                </a:solidFill>
              </a:defRPr>
            </a:defPPr>
            <a:lvl1pPr>
              <a:defRPr sz="1650" b="1">
                <a:solidFill>
                  <a:srgbClr val="0C2038"/>
                </a:solidFill>
              </a:defRPr>
            </a:lvl1pPr>
            <a:lvl2pPr>
              <a:defRPr sz="1650" b="1">
                <a:solidFill>
                  <a:srgbClr val="0C2038"/>
                </a:solidFill>
              </a:defRPr>
            </a:lvl2pPr>
            <a:lvl3pPr>
              <a:defRPr sz="1650" b="1">
                <a:solidFill>
                  <a:srgbClr val="0C2038"/>
                </a:solidFill>
              </a:defRPr>
            </a:lvl3pPr>
            <a:lvl4pPr>
              <a:defRPr sz="1650" b="1">
                <a:solidFill>
                  <a:srgbClr val="0C2038"/>
                </a:solidFill>
              </a:defRPr>
            </a:lvl4pPr>
            <a:lvl5pPr>
              <a:defRPr sz="1650" b="1">
                <a:solidFill>
                  <a:srgbClr val="0C2038"/>
                </a:solidFill>
              </a:defRPr>
            </a:lvl5pPr>
            <a:lvl6pPr>
              <a:defRPr sz="1650" b="1">
                <a:solidFill>
                  <a:srgbClr val="0C2038"/>
                </a:solidFill>
              </a:defRPr>
            </a:lvl6pPr>
            <a:lvl7pPr>
              <a:defRPr sz="1650" b="1">
                <a:solidFill>
                  <a:srgbClr val="0C2038"/>
                </a:solidFill>
              </a:defRPr>
            </a:lvl7pPr>
            <a:lvl8pPr>
              <a:defRPr sz="1650" b="1">
                <a:solidFill>
                  <a:srgbClr val="0C2038"/>
                </a:solidFill>
              </a:defRPr>
            </a:lvl8pPr>
            <a:lvl9pPr>
              <a:defRPr sz="1650" b="1">
                <a:solidFill>
                  <a:srgbClr val="0C2038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C2038"/>
                </a:solidFill>
              </a:defRPr>
            </a:pPr>
            <a:r>
              <a:rPr sz="1650" b="1">
                <a:solidFill>
                  <a:srgbClr val="0C2038"/>
                </a:solidFill>
              </a:rPr>
              <a:t>[Decision or document]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BE688-92A1-47A1-9B9D-D7ED8388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58B"/>
                </a:solidFill>
              </a:defRPr>
            </a:defPPr>
            <a:lvl1pPr>
              <a:defRPr sz="1350" b="0">
                <a:solidFill>
                  <a:srgbClr val="65758B"/>
                </a:solidFill>
              </a:defRPr>
            </a:lvl1pPr>
            <a:lvl2pPr>
              <a:defRPr sz="1350" b="0">
                <a:solidFill>
                  <a:srgbClr val="65758B"/>
                </a:solidFill>
              </a:defRPr>
            </a:lvl2pPr>
            <a:lvl3pPr>
              <a:defRPr sz="1350" b="0">
                <a:solidFill>
                  <a:srgbClr val="65758B"/>
                </a:solidFill>
              </a:defRPr>
            </a:lvl3pPr>
            <a:lvl4pPr>
              <a:defRPr sz="1350" b="0">
                <a:solidFill>
                  <a:srgbClr val="65758B"/>
                </a:solidFill>
              </a:defRPr>
            </a:lvl4pPr>
            <a:lvl5pPr>
              <a:defRPr sz="1350" b="0">
                <a:solidFill>
                  <a:srgbClr val="65758B"/>
                </a:solidFill>
              </a:defRPr>
            </a:lvl5pPr>
            <a:lvl6pPr>
              <a:defRPr sz="1350" b="0">
                <a:solidFill>
                  <a:srgbClr val="65758B"/>
                </a:solidFill>
              </a:defRPr>
            </a:lvl6pPr>
            <a:lvl7pPr>
              <a:defRPr sz="1350" b="0">
                <a:solidFill>
                  <a:srgbClr val="65758B"/>
                </a:solidFill>
              </a:defRPr>
            </a:lvl7pPr>
            <a:lvl8pPr>
              <a:defRPr sz="1350" b="0">
                <a:solidFill>
                  <a:srgbClr val="65758B"/>
                </a:solidFill>
              </a:defRPr>
            </a:lvl8pPr>
            <a:lvl9pPr>
              <a:defRPr sz="1350" b="0">
                <a:solidFill>
                  <a:srgbClr val="65758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8B"/>
                </a:solidFill>
              </a:defRPr>
            </a:pPr>
            <a:r>
              <a:rPr sz="1350" b="0">
                <a:solidFill>
                  <a:srgbClr val="65758B"/>
                </a:solidFill>
              </a:rPr>
              <a:t>[Owner]  /  [Date]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C96F0-C906-412B-BD5E-3A0FFB55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194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C337B-AC2E-4BE8-96CE-0D38627A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3157C4"/>
                </a:solidFill>
              </a:defRPr>
            </a:defPPr>
            <a:lvl1pPr>
              <a:defRPr sz="1350" b="1">
                <a:solidFill>
                  <a:srgbClr val="3157C4"/>
                </a:solidFill>
              </a:defRPr>
            </a:lvl1pPr>
            <a:lvl2pPr>
              <a:defRPr sz="1350" b="1">
                <a:solidFill>
                  <a:srgbClr val="3157C4"/>
                </a:solidFill>
              </a:defRPr>
            </a:lvl2pPr>
            <a:lvl3pPr>
              <a:defRPr sz="1350" b="1">
                <a:solidFill>
                  <a:srgbClr val="3157C4"/>
                </a:solidFill>
              </a:defRPr>
            </a:lvl3pPr>
            <a:lvl4pPr>
              <a:defRPr sz="1350" b="1">
                <a:solidFill>
                  <a:srgbClr val="3157C4"/>
                </a:solidFill>
              </a:defRPr>
            </a:lvl4pPr>
            <a:lvl5pPr>
              <a:defRPr sz="1350" b="1">
                <a:solidFill>
                  <a:srgbClr val="3157C4"/>
                </a:solidFill>
              </a:defRPr>
            </a:lvl5pPr>
            <a:lvl6pPr>
              <a:defRPr sz="1350" b="1">
                <a:solidFill>
                  <a:srgbClr val="3157C4"/>
                </a:solidFill>
              </a:defRPr>
            </a:lvl6pPr>
            <a:lvl7pPr>
              <a:defRPr sz="1350" b="1">
                <a:solidFill>
                  <a:srgbClr val="3157C4"/>
                </a:solidFill>
              </a:defRPr>
            </a:lvl7pPr>
            <a:lvl8pPr>
              <a:defRPr sz="1350" b="1">
                <a:solidFill>
                  <a:srgbClr val="3157C4"/>
                </a:solidFill>
              </a:defRPr>
            </a:lvl8pPr>
            <a:lvl9pPr>
              <a:defRPr sz="1350" b="1">
                <a:solidFill>
                  <a:srgbClr val="3157C4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157C4"/>
                </a:solidFill>
              </a:defRPr>
            </a:pPr>
            <a:r>
              <a:rPr sz="1350" b="1">
                <a:solidFill>
                  <a:srgbClr val="3157C4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A3A51-4A59-4F38-9046-9ED739C0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766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C2038"/>
                </a:solidFill>
              </a:defRPr>
            </a:defPPr>
            <a:lvl1pPr>
              <a:defRPr sz="1650" b="1">
                <a:solidFill>
                  <a:srgbClr val="0C2038"/>
                </a:solidFill>
              </a:defRPr>
            </a:lvl1pPr>
            <a:lvl2pPr>
              <a:defRPr sz="1650" b="1">
                <a:solidFill>
                  <a:srgbClr val="0C2038"/>
                </a:solidFill>
              </a:defRPr>
            </a:lvl2pPr>
            <a:lvl3pPr>
              <a:defRPr sz="1650" b="1">
                <a:solidFill>
                  <a:srgbClr val="0C2038"/>
                </a:solidFill>
              </a:defRPr>
            </a:lvl3pPr>
            <a:lvl4pPr>
              <a:defRPr sz="1650" b="1">
                <a:solidFill>
                  <a:srgbClr val="0C2038"/>
                </a:solidFill>
              </a:defRPr>
            </a:lvl4pPr>
            <a:lvl5pPr>
              <a:defRPr sz="1650" b="1">
                <a:solidFill>
                  <a:srgbClr val="0C2038"/>
                </a:solidFill>
              </a:defRPr>
            </a:lvl5pPr>
            <a:lvl6pPr>
              <a:defRPr sz="1650" b="1">
                <a:solidFill>
                  <a:srgbClr val="0C2038"/>
                </a:solidFill>
              </a:defRPr>
            </a:lvl6pPr>
            <a:lvl7pPr>
              <a:defRPr sz="1650" b="1">
                <a:solidFill>
                  <a:srgbClr val="0C2038"/>
                </a:solidFill>
              </a:defRPr>
            </a:lvl7pPr>
            <a:lvl8pPr>
              <a:defRPr sz="1650" b="1">
                <a:solidFill>
                  <a:srgbClr val="0C2038"/>
                </a:solidFill>
              </a:defRPr>
            </a:lvl8pPr>
            <a:lvl9pPr>
              <a:defRPr sz="1650" b="1">
                <a:solidFill>
                  <a:srgbClr val="0C2038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C2038"/>
                </a:solidFill>
              </a:defRPr>
            </a:pPr>
            <a:r>
              <a:rPr sz="1650" b="1">
                <a:solidFill>
                  <a:srgbClr val="0C2038"/>
                </a:solidFill>
              </a:rPr>
              <a:t>[Preparation task]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714C2-E0D4-4636-9ABD-27C014FD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76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58B"/>
                </a:solidFill>
              </a:defRPr>
            </a:defPPr>
            <a:lvl1pPr>
              <a:defRPr sz="1350" b="0">
                <a:solidFill>
                  <a:srgbClr val="65758B"/>
                </a:solidFill>
              </a:defRPr>
            </a:lvl1pPr>
            <a:lvl2pPr>
              <a:defRPr sz="1350" b="0">
                <a:solidFill>
                  <a:srgbClr val="65758B"/>
                </a:solidFill>
              </a:defRPr>
            </a:lvl2pPr>
            <a:lvl3pPr>
              <a:defRPr sz="1350" b="0">
                <a:solidFill>
                  <a:srgbClr val="65758B"/>
                </a:solidFill>
              </a:defRPr>
            </a:lvl3pPr>
            <a:lvl4pPr>
              <a:defRPr sz="1350" b="0">
                <a:solidFill>
                  <a:srgbClr val="65758B"/>
                </a:solidFill>
              </a:defRPr>
            </a:lvl4pPr>
            <a:lvl5pPr>
              <a:defRPr sz="1350" b="0">
                <a:solidFill>
                  <a:srgbClr val="65758B"/>
                </a:solidFill>
              </a:defRPr>
            </a:lvl5pPr>
            <a:lvl6pPr>
              <a:defRPr sz="1350" b="0">
                <a:solidFill>
                  <a:srgbClr val="65758B"/>
                </a:solidFill>
              </a:defRPr>
            </a:lvl6pPr>
            <a:lvl7pPr>
              <a:defRPr sz="1350" b="0">
                <a:solidFill>
                  <a:srgbClr val="65758B"/>
                </a:solidFill>
              </a:defRPr>
            </a:lvl7pPr>
            <a:lvl8pPr>
              <a:defRPr sz="1350" b="0">
                <a:solidFill>
                  <a:srgbClr val="65758B"/>
                </a:solidFill>
              </a:defRPr>
            </a:lvl8pPr>
            <a:lvl9pPr>
              <a:defRPr sz="1350" b="0">
                <a:solidFill>
                  <a:srgbClr val="65758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8B"/>
                </a:solidFill>
              </a:defRPr>
            </a:pPr>
            <a:r>
              <a:rPr sz="1350" b="0">
                <a:solidFill>
                  <a:srgbClr val="65758B"/>
                </a:solidFill>
              </a:rPr>
              <a:t>[Owner]  /  [Date]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3C592-D941-47BB-9349-4F67C503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D28A7-A3BC-4105-9662-9AFF78AE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3157C4"/>
                </a:solidFill>
              </a:defRPr>
            </a:defPPr>
            <a:lvl1pPr>
              <a:defRPr sz="1350" b="1">
                <a:solidFill>
                  <a:srgbClr val="3157C4"/>
                </a:solidFill>
              </a:defRPr>
            </a:lvl1pPr>
            <a:lvl2pPr>
              <a:defRPr sz="1350" b="1">
                <a:solidFill>
                  <a:srgbClr val="3157C4"/>
                </a:solidFill>
              </a:defRPr>
            </a:lvl2pPr>
            <a:lvl3pPr>
              <a:defRPr sz="1350" b="1">
                <a:solidFill>
                  <a:srgbClr val="3157C4"/>
                </a:solidFill>
              </a:defRPr>
            </a:lvl3pPr>
            <a:lvl4pPr>
              <a:defRPr sz="1350" b="1">
                <a:solidFill>
                  <a:srgbClr val="3157C4"/>
                </a:solidFill>
              </a:defRPr>
            </a:lvl4pPr>
            <a:lvl5pPr>
              <a:defRPr sz="1350" b="1">
                <a:solidFill>
                  <a:srgbClr val="3157C4"/>
                </a:solidFill>
              </a:defRPr>
            </a:lvl5pPr>
            <a:lvl6pPr>
              <a:defRPr sz="1350" b="1">
                <a:solidFill>
                  <a:srgbClr val="3157C4"/>
                </a:solidFill>
              </a:defRPr>
            </a:lvl6pPr>
            <a:lvl7pPr>
              <a:defRPr sz="1350" b="1">
                <a:solidFill>
                  <a:srgbClr val="3157C4"/>
                </a:solidFill>
              </a:defRPr>
            </a:lvl7pPr>
            <a:lvl8pPr>
              <a:defRPr sz="1350" b="1">
                <a:solidFill>
                  <a:srgbClr val="3157C4"/>
                </a:solidFill>
              </a:defRPr>
            </a:lvl8pPr>
            <a:lvl9pPr>
              <a:defRPr sz="1350" b="1">
                <a:solidFill>
                  <a:srgbClr val="3157C4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157C4"/>
                </a:solidFill>
              </a:defRPr>
            </a:pPr>
            <a:r>
              <a:rPr sz="1350" b="1">
                <a:solidFill>
                  <a:srgbClr val="3157C4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8FD61-65BC-4B1C-AE30-99BB4CE0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86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C2038"/>
                </a:solidFill>
              </a:defRPr>
            </a:defPPr>
            <a:lvl1pPr>
              <a:defRPr sz="1650" b="1">
                <a:solidFill>
                  <a:srgbClr val="0C2038"/>
                </a:solidFill>
              </a:defRPr>
            </a:lvl1pPr>
            <a:lvl2pPr>
              <a:defRPr sz="1650" b="1">
                <a:solidFill>
                  <a:srgbClr val="0C2038"/>
                </a:solidFill>
              </a:defRPr>
            </a:lvl2pPr>
            <a:lvl3pPr>
              <a:defRPr sz="1650" b="1">
                <a:solidFill>
                  <a:srgbClr val="0C2038"/>
                </a:solidFill>
              </a:defRPr>
            </a:lvl3pPr>
            <a:lvl4pPr>
              <a:defRPr sz="1650" b="1">
                <a:solidFill>
                  <a:srgbClr val="0C2038"/>
                </a:solidFill>
              </a:defRPr>
            </a:lvl4pPr>
            <a:lvl5pPr>
              <a:defRPr sz="1650" b="1">
                <a:solidFill>
                  <a:srgbClr val="0C2038"/>
                </a:solidFill>
              </a:defRPr>
            </a:lvl5pPr>
            <a:lvl6pPr>
              <a:defRPr sz="1650" b="1">
                <a:solidFill>
                  <a:srgbClr val="0C2038"/>
                </a:solidFill>
              </a:defRPr>
            </a:lvl6pPr>
            <a:lvl7pPr>
              <a:defRPr sz="1650" b="1">
                <a:solidFill>
                  <a:srgbClr val="0C2038"/>
                </a:solidFill>
              </a:defRPr>
            </a:lvl7pPr>
            <a:lvl8pPr>
              <a:defRPr sz="1650" b="1">
                <a:solidFill>
                  <a:srgbClr val="0C2038"/>
                </a:solidFill>
              </a:defRPr>
            </a:lvl8pPr>
            <a:lvl9pPr>
              <a:defRPr sz="1650" b="1">
                <a:solidFill>
                  <a:srgbClr val="0C2038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C2038"/>
                </a:solidFill>
              </a:defRPr>
            </a:pPr>
            <a:r>
              <a:rPr sz="1650" b="1">
                <a:solidFill>
                  <a:srgbClr val="0C2038"/>
                </a:solidFill>
              </a:rPr>
              <a:t>[Next check-in]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FDF01-8347-4300-9792-892D5BDB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58B"/>
                </a:solidFill>
              </a:defRPr>
            </a:defPPr>
            <a:lvl1pPr>
              <a:defRPr sz="1350" b="0">
                <a:solidFill>
                  <a:srgbClr val="65758B"/>
                </a:solidFill>
              </a:defRPr>
            </a:lvl1pPr>
            <a:lvl2pPr>
              <a:defRPr sz="1350" b="0">
                <a:solidFill>
                  <a:srgbClr val="65758B"/>
                </a:solidFill>
              </a:defRPr>
            </a:lvl2pPr>
            <a:lvl3pPr>
              <a:defRPr sz="1350" b="0">
                <a:solidFill>
                  <a:srgbClr val="65758B"/>
                </a:solidFill>
              </a:defRPr>
            </a:lvl3pPr>
            <a:lvl4pPr>
              <a:defRPr sz="1350" b="0">
                <a:solidFill>
                  <a:srgbClr val="65758B"/>
                </a:solidFill>
              </a:defRPr>
            </a:lvl4pPr>
            <a:lvl5pPr>
              <a:defRPr sz="1350" b="0">
                <a:solidFill>
                  <a:srgbClr val="65758B"/>
                </a:solidFill>
              </a:defRPr>
            </a:lvl5pPr>
            <a:lvl6pPr>
              <a:defRPr sz="1350" b="0">
                <a:solidFill>
                  <a:srgbClr val="65758B"/>
                </a:solidFill>
              </a:defRPr>
            </a:lvl6pPr>
            <a:lvl7pPr>
              <a:defRPr sz="1350" b="0">
                <a:solidFill>
                  <a:srgbClr val="65758B"/>
                </a:solidFill>
              </a:defRPr>
            </a:lvl7pPr>
            <a:lvl8pPr>
              <a:defRPr sz="1350" b="0">
                <a:solidFill>
                  <a:srgbClr val="65758B"/>
                </a:solidFill>
              </a:defRPr>
            </a:lvl8pPr>
            <a:lvl9pPr>
              <a:defRPr sz="1350" b="0">
                <a:solidFill>
                  <a:srgbClr val="65758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8B"/>
                </a:solidFill>
              </a:defRPr>
            </a:pPr>
            <a:r>
              <a:rPr sz="1350" b="0">
                <a:solidFill>
                  <a:srgbClr val="65758B"/>
                </a:solidFill>
              </a:rPr>
              <a:t>[Owner]  /  [Date]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8DFA6-2C76-4BFF-91E9-A299AE19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38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C68E8-05FB-45BD-86AE-C1DACE4A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54D57-6E32-467B-B205-7458378E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0C2038"/>
                </a:solidFill>
              </a:defRPr>
            </a:defPPr>
            <a:lvl1pPr>
              <a:defRPr sz="1200" b="1">
                <a:solidFill>
                  <a:srgbClr val="0C2038"/>
                </a:solidFill>
              </a:defRPr>
            </a:lvl1pPr>
            <a:lvl2pPr>
              <a:defRPr sz="1200" b="1">
                <a:solidFill>
                  <a:srgbClr val="0C2038"/>
                </a:solidFill>
              </a:defRPr>
            </a:lvl2pPr>
            <a:lvl3pPr>
              <a:defRPr sz="1200" b="1">
                <a:solidFill>
                  <a:srgbClr val="0C2038"/>
                </a:solidFill>
              </a:defRPr>
            </a:lvl3pPr>
            <a:lvl4pPr>
              <a:defRPr sz="1200" b="1">
                <a:solidFill>
                  <a:srgbClr val="0C2038"/>
                </a:solidFill>
              </a:defRPr>
            </a:lvl4pPr>
            <a:lvl5pPr>
              <a:defRPr sz="1200" b="1">
                <a:solidFill>
                  <a:srgbClr val="0C2038"/>
                </a:solidFill>
              </a:defRPr>
            </a:lvl5pPr>
            <a:lvl6pPr>
              <a:defRPr sz="1200" b="1">
                <a:solidFill>
                  <a:srgbClr val="0C2038"/>
                </a:solidFill>
              </a:defRPr>
            </a:lvl6pPr>
            <a:lvl7pPr>
              <a:defRPr sz="1200" b="1">
                <a:solidFill>
                  <a:srgbClr val="0C2038"/>
                </a:solidFill>
              </a:defRPr>
            </a:lvl7pPr>
            <a:lvl8pPr>
              <a:defRPr sz="1200" b="1">
                <a:solidFill>
                  <a:srgbClr val="0C2038"/>
                </a:solidFill>
              </a:defRPr>
            </a:lvl8pPr>
            <a:lvl9pPr>
              <a:defRPr sz="1200" b="1">
                <a:solidFill>
                  <a:srgbClr val="0C2038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C2038"/>
                </a:solidFill>
              </a:defRPr>
            </a:pPr>
            <a:r>
              <a:rPr sz="1200" b="1">
                <a:solidFill>
                  <a:srgbClr val="0C2038"/>
                </a:solidFill>
              </a:rPr>
              <a:t>[Agent name]  |  [Phone]  |  [Email]  |  [Website]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719400-6316-4713-9351-0336CD09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0">
                <a:solidFill>
                  <a:srgbClr val="B9C9DA"/>
                </a:solidFill>
              </a:defRPr>
            </a:defPPr>
            <a:lvl1pPr>
              <a:defRPr sz="750" b="0">
                <a:solidFill>
                  <a:srgbClr val="B9C9DA"/>
                </a:solidFill>
              </a:defRPr>
            </a:lvl1pPr>
            <a:lvl2pPr>
              <a:defRPr sz="750" b="0">
                <a:solidFill>
                  <a:srgbClr val="B9C9DA"/>
                </a:solidFill>
              </a:defRPr>
            </a:lvl2pPr>
            <a:lvl3pPr>
              <a:defRPr sz="750" b="0">
                <a:solidFill>
                  <a:srgbClr val="B9C9DA"/>
                </a:solidFill>
              </a:defRPr>
            </a:lvl3pPr>
            <a:lvl4pPr>
              <a:defRPr sz="750" b="0">
                <a:solidFill>
                  <a:srgbClr val="B9C9DA"/>
                </a:solidFill>
              </a:defRPr>
            </a:lvl4pPr>
            <a:lvl5pPr>
              <a:defRPr sz="750" b="0">
                <a:solidFill>
                  <a:srgbClr val="B9C9DA"/>
                </a:solidFill>
              </a:defRPr>
            </a:lvl5pPr>
            <a:lvl6pPr>
              <a:defRPr sz="750" b="0">
                <a:solidFill>
                  <a:srgbClr val="B9C9DA"/>
                </a:solidFill>
              </a:defRPr>
            </a:lvl6pPr>
            <a:lvl7pPr>
              <a:defRPr sz="750" b="0">
                <a:solidFill>
                  <a:srgbClr val="B9C9DA"/>
                </a:solidFill>
              </a:defRPr>
            </a:lvl7pPr>
            <a:lvl8pPr>
              <a:defRPr sz="750" b="0">
                <a:solidFill>
                  <a:srgbClr val="B9C9DA"/>
                </a:solidFill>
              </a:defRPr>
            </a:lvl8pPr>
            <a:lvl9pPr>
              <a:defRPr sz="750" b="0">
                <a:solidFill>
                  <a:srgbClr val="B9C9DA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B9C9DA"/>
                </a:solidFill>
              </a:defRPr>
            </a:pPr>
            <a:r>
              <a:rPr sz="750" b="0">
                <a:solidFill>
                  <a:srgbClr val="B9C9DA"/>
                </a:solidFill>
              </a:rPr>
              <a:t>HOMEFORCE  /  LISTING PRESENTATION  /  05</a:t>
            </a:r>
          </a:p>
        </p:txBody>
      </p:sp>
    </p:spTree>
    <p:extLst>
      <p:ext uri="{BB962C8B-B14F-4D97-AF65-F5344CB8AC3E}">
        <p14:creationId xmlns:p14="http://schemas.microsoft.com/office/powerpoint/2010/main" val="869772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2026-10-23T19:55:32.2570000Z</dcterms:created>
  <dcterms:modified xsi:type="dcterms:W3CDTF">2026-10-23T19:55:32.2580000Z</dcterms:modified>
</coreProperties>
</file>